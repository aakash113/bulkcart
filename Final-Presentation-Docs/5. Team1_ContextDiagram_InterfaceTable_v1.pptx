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1"/>
    <p:restoredTop sz="94617"/>
  </p:normalViewPr>
  <p:slideViewPr>
    <p:cSldViewPr snapToGrid="0">
      <p:cViewPr>
        <p:scale>
          <a:sx n="99" d="100"/>
          <a:sy n="99" d="100"/>
        </p:scale>
        <p:origin x="-320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8EFFD-BEFD-FD13-A81F-2C1D13CC03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6AD8B9-CB76-86A3-89D8-04C1C64C3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1A7307-2FA3-9138-9EFF-74303265A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B62A-1693-B741-83C9-71738EC1AEB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B4A51-48B9-C931-3624-48EC92A51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D53F1-3B24-8562-C7A3-210C9788E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27390-229A-5942-AECC-42FD8FC1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06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95B65-35A9-58A4-C9A8-19805ADE5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9F4CB-D153-957F-F7C5-0813C222B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2C8A5-4F12-F6FA-E162-6A6D47067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B62A-1693-B741-83C9-71738EC1AEB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0902C-4390-B5A5-8E81-F915B27CA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72117-FD1A-EEB6-60BF-F8C1A720F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27390-229A-5942-AECC-42FD8FC1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845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7C5C6-9F56-E5DD-836B-6D53CC69F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703815-E9B4-EA32-BB4F-7E86DBDA4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520AD-2208-876A-7EC0-4CE177424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B62A-1693-B741-83C9-71738EC1AEB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B0378-71D3-200F-6CD6-714429798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9A77A-EBF1-F20C-089D-1704D30A0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27390-229A-5942-AECC-42FD8FC1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15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8BB43-3270-D1DF-8474-7B8AFE243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89AAD-84AE-A3DD-A93C-9EA4E8FBE0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0F087-3188-1B45-624E-D2AD06FF4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AC9E7-1CBF-0604-3C36-FE439A2F0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B62A-1693-B741-83C9-71738EC1AEB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90AA1-69B0-1F7C-F745-84FB4228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757F88-2DC0-C9E9-DBA6-8C958FA04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27390-229A-5942-AECC-42FD8FC1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07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4924-CFB6-FF5B-963D-8E07F2C9C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3E0CB-1500-38EB-E5C4-54AA72F3EF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9DC5AE-2396-79A2-49E3-BDA89D56F7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8AF75D-B978-D063-284A-1F5EEC3D1F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F21533-EC1F-B41A-4F2D-3937D70D22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F9BB0-DBCE-617A-C44E-D6309CF5E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B62A-1693-B741-83C9-71738EC1AEB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BDFF94-5767-E8B0-A8BC-35856500C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F6A92-FDD5-13C9-3F37-F7404CDDF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27390-229A-5942-AECC-42FD8FC1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451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4547E-423E-D193-F71B-06DFC07B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29C996-C374-46A1-2AE3-1CFE1B083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B62A-1693-B741-83C9-71738EC1AEB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253F90-E791-C598-816F-455493535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E63B19-8226-FA9B-86E0-18639E96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27390-229A-5942-AECC-42FD8FC1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981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699496-4A06-0A67-D46A-D9B7D799C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B62A-1693-B741-83C9-71738EC1AEB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4EE5A1-B3EC-B853-A041-68B027B26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F8A71-7F5F-9B12-1A25-414A47385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27390-229A-5942-AECC-42FD8FC1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76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C634-5F78-E09B-DAAB-799EED4BF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6CDD5-E1C5-E2E8-8369-4608063FC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6AE8DC-2571-BC87-F053-AE55F84CDE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F80F9-0279-E30B-EA03-9C2C23CFD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B62A-1693-B741-83C9-71738EC1AEB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3A329-43FA-B7FC-52F6-ADAEEAD95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F5612-58EB-843F-8FA8-36A75C29C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27390-229A-5942-AECC-42FD8FC1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36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13506-7C0A-A4E3-303C-8E377F0FE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B21FD6-CD98-C496-F61D-7F144007F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A63C4A-944E-7FCA-1EF5-F7048F271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4479F-B781-BFFB-10EB-3B4735946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B62A-1693-B741-83C9-71738EC1AEB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11C22-C603-F46C-0C2B-42A1523FB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2B8E4-D5F9-CB38-A22A-C57E81A12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27390-229A-5942-AECC-42FD8FC1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9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6570C-30B1-8C4E-A84F-A91FACD5E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BF38E-1885-515A-FF88-17235A7F6D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76F57-2753-0D7C-649B-897C80DA9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B62A-1693-B741-83C9-71738EC1AEB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F776A-CAEC-EE81-48A5-74FA4322F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A3E58-519B-5914-2619-7D55E7F74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27390-229A-5942-AECC-42FD8FC1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89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BF0E05-EA48-50C8-57A7-0675D93824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A0BEC3-E242-C6AF-3428-8AE083DAE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1EB25-6841-18B0-6D3C-EFE3DC764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7B62A-1693-B741-83C9-71738EC1AEB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F8744-1DA6-4507-E296-07FC93BA4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92447-E145-40B3-F78F-91C53F458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27390-229A-5942-AECC-42FD8FC1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98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ADC006-8203-3519-88C7-15150DCD3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1B661-25F0-C8EB-7013-29D824832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F8009-1142-51D4-2268-4E103AC9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F7B62A-1693-B741-83C9-71738EC1AEB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9251C-7D4A-7E7B-87E8-DBF68FFF05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01287-BDA8-AF76-1C13-CFACE3553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127390-229A-5942-AECC-42FD8FC1B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77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bulk cart platform&#10;&#10;AI-generated content may be incorrect.">
            <a:extLst>
              <a:ext uri="{FF2B5EF4-FFF2-40B4-BE49-F238E27FC236}">
                <a16:creationId xmlns:a16="http://schemas.microsoft.com/office/drawing/2014/main" id="{1701D934-7266-8081-76E1-C0A341800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788" y="888641"/>
            <a:ext cx="8886423" cy="55507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70FD45-DCFB-E64C-74C2-1E95B3437152}"/>
              </a:ext>
            </a:extLst>
          </p:cNvPr>
          <p:cNvSpPr txBox="1"/>
          <p:nvPr/>
        </p:nvSpPr>
        <p:spPr>
          <a:xfrm>
            <a:off x="4659694" y="57644"/>
            <a:ext cx="2554931" cy="83099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2400" dirty="0"/>
              <a:t>Team 1 – BulkCart</a:t>
            </a:r>
          </a:p>
          <a:p>
            <a:pPr algn="ctr"/>
            <a:r>
              <a:rPr lang="en-US" sz="2400" dirty="0"/>
              <a:t>Context Diagram</a:t>
            </a:r>
          </a:p>
        </p:txBody>
      </p:sp>
    </p:spTree>
    <p:extLst>
      <p:ext uri="{BB962C8B-B14F-4D97-AF65-F5344CB8AC3E}">
        <p14:creationId xmlns:p14="http://schemas.microsoft.com/office/powerpoint/2010/main" val="2813818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EE9B569-40AE-E17A-043F-9716E82561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951037"/>
              </p:ext>
            </p:extLst>
          </p:nvPr>
        </p:nvGraphicFramePr>
        <p:xfrm>
          <a:off x="1158240" y="646331"/>
          <a:ext cx="9875520" cy="588264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7684779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48933498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18147347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2192105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74784095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69201048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Frequency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607976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1a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Supports online payment 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BulkCart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Payment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Transaction amount validation; Payment authorization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438907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1b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Provides payment confirmation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Payment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BulkCart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Real-time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Transaction ID verification; Payment status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4119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2a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Sends shipment requests and delivery details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BulkCart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Shipping Carrier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Event-based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Address validation; Shipment data completeness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36398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2b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Provides tracking and delivery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Shipping Carrier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BulkCart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Event-based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Tracking number validation; Delivery status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818449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3a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Sends product and pricing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BulkCart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POS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Scheduled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SKU synchronization; Pricing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285813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3b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Provides sales and inventory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POS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BulkCart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Scheduled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Inventory level validation; Sales data integrity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92527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4a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Sends invoice and payment records for financial reporting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BulkCart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Accounting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Scheduled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Invoice total Validation; Supplier account mapping; Financial record Consistency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22589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4b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Provides reconciliation and accounting status updates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Accounting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BulkCart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Scheduled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Reconciliation status verification; Payment posting accuracy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05144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063C63A-DD40-21C1-EFB9-43C27C41AB9C}"/>
              </a:ext>
            </a:extLst>
          </p:cNvPr>
          <p:cNvSpPr txBox="1"/>
          <p:nvPr/>
        </p:nvSpPr>
        <p:spPr>
          <a:xfrm>
            <a:off x="3753275" y="0"/>
            <a:ext cx="46854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System Interface Table</a:t>
            </a:r>
          </a:p>
        </p:txBody>
      </p:sp>
    </p:spTree>
    <p:extLst>
      <p:ext uri="{BB962C8B-B14F-4D97-AF65-F5344CB8AC3E}">
        <p14:creationId xmlns:p14="http://schemas.microsoft.com/office/powerpoint/2010/main" val="2229675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152</Words>
  <Application>Microsoft Macintosh PowerPoint</Application>
  <PresentationFormat>Widescreen</PresentationFormat>
  <Paragraphs>57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Meet Mangukiya</dc:creator>
  <cp:lastModifiedBy>Meet Mangukiya</cp:lastModifiedBy>
  <cp:revision>9</cp:revision>
  <dcterms:created xsi:type="dcterms:W3CDTF">2026-02-26T16:07:46Z</dcterms:created>
  <dcterms:modified xsi:type="dcterms:W3CDTF">2026-02-27T19:30:29Z</dcterms:modified>
</cp:coreProperties>
</file>