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704"/>
  </p:normalViewPr>
  <p:slideViewPr>
    <p:cSldViewPr snapToGrid="0">
      <p:cViewPr varScale="1">
        <p:scale>
          <a:sx n="95" d="100"/>
          <a:sy n="95" d="100"/>
        </p:scale>
        <p:origin x="200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BF2FD-1EBF-C2F7-E5F7-0F35AF2FF0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ADF441-0537-D571-861F-73552282F1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7F1E2-35F1-7380-93C9-C0C4E6F83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1BF06-029C-B64C-A0B5-30D0B534E71E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A274F0-145F-1C47-DB75-FA498A9E6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8D64F-4530-79E3-1576-7EA8BB6CE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DEDD5-51B9-5647-86D4-3A914D8F0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641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398D4-677A-7DA8-6BC4-EE22E0547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459D4-F5AC-7D95-B980-0D5AC73B6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02D0F-B1F4-44AA-4B95-5C7CCC818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1BF06-029C-B64C-A0B5-30D0B534E71E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C802BF-DBA4-F67D-4EC7-D93AEF870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01021-52C0-E46B-687C-DA9E7013E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DEDD5-51B9-5647-86D4-3A914D8F0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692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85511-978D-25D7-9041-CC863B113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8CEFC-99E2-52E0-1D01-870DDF8E0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6C96A-389A-EBAE-F246-AECDF3165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1BF06-029C-B64C-A0B5-30D0B534E71E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3021CD-A228-4330-8AD5-B75F9FA2C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BD841-C3CC-8E9E-3CFD-A63491C6D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DEDD5-51B9-5647-86D4-3A914D8F0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155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16617-C6B1-84D7-0B2C-FA259A305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C82A2-AACA-352F-E07D-4544033BB5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B443D2-4123-22F7-9713-B52601BB32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166E81-CCA1-4823-B8EA-565D2EF41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1BF06-029C-B64C-A0B5-30D0B534E71E}" type="datetimeFigureOut">
              <a:rPr lang="en-US" smtClean="0"/>
              <a:t>2/28/26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6A3FE7-69E6-6A22-7FCC-F7C143AF4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7D995B-00C0-BCEA-11CE-1BEDBE8C3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DEDD5-51B9-5647-86D4-3A914D8F0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566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69B32-6D15-B012-69B8-710B802FB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64232A-2BB4-769E-8BDF-FEDF91181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297D10-7916-21F7-B8E7-0D7F180C31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29B315-9684-A1C3-9F37-5B8A93D69A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106421-8CD0-4A66-3838-0A82C98562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957C92-C4FF-E648-6C4C-2A2D6F1D0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1BF06-029C-B64C-A0B5-30D0B534E71E}" type="datetimeFigureOut">
              <a:rPr lang="en-US" smtClean="0"/>
              <a:t>2/28/26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228B2A-BE82-C59B-12C0-374ED0465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AF4E62-D583-74D1-5622-25D166CA6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DEDD5-51B9-5647-86D4-3A914D8F0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011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D585F-9D2B-D2D0-E652-429D9C439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14F6D2-CA45-8AA3-C553-35660972C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1BF06-029C-B64C-A0B5-30D0B534E71E}" type="datetimeFigureOut">
              <a:rPr lang="en-US" smtClean="0"/>
              <a:t>2/28/26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079B2C-A38D-CA65-5AA6-D1AE283F8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BACDAB-80EB-4F97-B252-AB831ED7B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DEDD5-51B9-5647-86D4-3A914D8F0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227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8B5C4E-442B-C714-79E3-1E6D66221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1BF06-029C-B64C-A0B5-30D0B534E71E}" type="datetimeFigureOut">
              <a:rPr lang="en-US" smtClean="0"/>
              <a:t>2/28/26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1D9764-D03A-A4B8-AEB8-341F11345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56B8EB-8FE9-1BEF-5987-737300382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DEDD5-51B9-5647-86D4-3A914D8F0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440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AF1B3-A5FD-2358-8A3A-9B4CCB1F1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36738-B611-E8B7-3476-63A306AB42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E7E802-8C56-1F58-A959-81A4BF33E7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4E9175-3D27-3EF0-2527-88EE54BA9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1BF06-029C-B64C-A0B5-30D0B534E71E}" type="datetimeFigureOut">
              <a:rPr lang="en-US" smtClean="0"/>
              <a:t>2/28/26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230F40-3393-700C-C8AD-906C1D23E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B3A751-795A-F8CE-A6D3-AAB03D7D5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DEDD5-51B9-5647-86D4-3A914D8F0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195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A8ECF-D65F-60DE-622E-B46F26555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8FB952-3FAD-AAC6-4049-7CF50D5CC4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5AA891-6C6B-9720-21CB-E0344A51ED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E39B3-D03C-92EB-F3F2-D3FC349A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1BF06-029C-B64C-A0B5-30D0B534E71E}" type="datetimeFigureOut">
              <a:rPr lang="en-US" smtClean="0"/>
              <a:t>2/28/26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6AD495-80FE-C0B3-4B6D-89E5483A5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60AA8E-43A0-BF97-6CB2-42B8C701E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DEDD5-51B9-5647-86D4-3A914D8F0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80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C5D3C-99FD-6EDD-7FD3-88E96B566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8233F9-1767-0010-8ED0-390CDC516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D13F39-A174-E206-7093-C858F14E0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1BF06-029C-B64C-A0B5-30D0B534E71E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843CE-510E-C9C5-26B0-893A07467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B7974E-9062-5436-F1E2-B19BCDA8B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DEDD5-51B9-5647-86D4-3A914D8F0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059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55308B-C8B6-6341-D332-FA9142CC41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FE6DA-2533-8D4B-74D9-EB0A46D27E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32FB1D-8D24-18BE-025A-0EAF688C8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1BF06-029C-B64C-A0B5-30D0B534E71E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198D0-A417-8E0D-6829-C903CD5A1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DE865-EE05-E6C1-5FB1-013C1EDEC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DEDD5-51B9-5647-86D4-3A914D8F0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472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109489-CF9B-C674-375A-982399CC1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D02384-BA27-0AF5-AB81-390F1EA291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C2942-7AB5-08A1-D56F-6EFAF66D2F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31BF06-029C-B64C-A0B5-30D0B534E71E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9F23E-D3F1-E850-032B-DED9789D9D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43F866-985B-7C3D-A058-11F6E8BE35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5DEDD5-51B9-5647-86D4-3A914D8F0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499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puravidaapps.com/mongoDB.php" TargetMode="External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amiandeluca.com.ar/angular-5-caracteristicas-principales" TargetMode="External"/><Relationship Id="rId5" Type="http://schemas.openxmlformats.org/officeDocument/2006/relationships/image" Target="../media/image4.png"/><Relationship Id="rId4" Type="http://schemas.openxmlformats.org/officeDocument/2006/relationships/hyperlink" Target="https://skobk.in/2014/09/jenkins-linux-installatio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everal different colored screenshots&#10;&#10;AI-generated content may be incorrect.">
            <a:extLst>
              <a:ext uri="{FF2B5EF4-FFF2-40B4-BE49-F238E27FC236}">
                <a16:creationId xmlns:a16="http://schemas.microsoft.com/office/drawing/2014/main" id="{BE12A6F6-F859-F6DA-EE3E-61CC4E37D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25" y="1082488"/>
            <a:ext cx="11817950" cy="56275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7B151D0-953D-E113-64DD-21A463B3BF43}"/>
              </a:ext>
            </a:extLst>
          </p:cNvPr>
          <p:cNvSpPr txBox="1"/>
          <p:nvPr/>
        </p:nvSpPr>
        <p:spPr>
          <a:xfrm>
            <a:off x="376518" y="242047"/>
            <a:ext cx="57194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Application: </a:t>
            </a:r>
            <a:r>
              <a:rPr lang="en-US" b="1" dirty="0" err="1"/>
              <a:t>BulkCart</a:t>
            </a:r>
            <a:endParaRPr lang="en-US" b="1" dirty="0"/>
          </a:p>
          <a:p>
            <a:r>
              <a:rPr lang="en-US" dirty="0"/>
              <a:t>Type: Application Architecture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C468B6-4C6B-AFF5-E6A5-D1A0544924B4}"/>
              </a:ext>
            </a:extLst>
          </p:cNvPr>
          <p:cNvSpPr txBox="1"/>
          <p:nvPr/>
        </p:nvSpPr>
        <p:spPr>
          <a:xfrm>
            <a:off x="3799368" y="207647"/>
            <a:ext cx="57194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View: Logical View</a:t>
            </a:r>
          </a:p>
          <a:p>
            <a:r>
              <a:rPr lang="en-US" dirty="0"/>
              <a:t>Style: Layered Architecture Pattern</a:t>
            </a:r>
          </a:p>
        </p:txBody>
      </p:sp>
    </p:spTree>
    <p:extLst>
      <p:ext uri="{BB962C8B-B14F-4D97-AF65-F5344CB8AC3E}">
        <p14:creationId xmlns:p14="http://schemas.microsoft.com/office/powerpoint/2010/main" val="2338022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FA5B776-6A67-995A-92A1-875933109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053" y="133602"/>
            <a:ext cx="11287685" cy="6590796"/>
          </a:xfrm>
          <a:prstGeom prst="rect">
            <a:avLst/>
          </a:prstGeom>
        </p:spPr>
      </p:pic>
      <p:pic>
        <p:nvPicPr>
          <p:cNvPr id="12" name="Picture 11" descr="A cartoon of a person with his eyes closed&#10;&#10;AI-generated content may be incorrect.">
            <a:extLst>
              <a:ext uri="{FF2B5EF4-FFF2-40B4-BE49-F238E27FC236}">
                <a16:creationId xmlns:a16="http://schemas.microsoft.com/office/drawing/2014/main" id="{8AD3EEFC-6389-D55A-D948-1A06756EEA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242386" y="5195357"/>
            <a:ext cx="585108" cy="585108"/>
          </a:xfrm>
          <a:prstGeom prst="rect">
            <a:avLst/>
          </a:prstGeom>
        </p:spPr>
      </p:pic>
      <p:pic>
        <p:nvPicPr>
          <p:cNvPr id="14" name="Picture 13" descr="A red and white logo&#10;&#10;AI-generated content may be incorrect.">
            <a:extLst>
              <a:ext uri="{FF2B5EF4-FFF2-40B4-BE49-F238E27FC236}">
                <a16:creationId xmlns:a16="http://schemas.microsoft.com/office/drawing/2014/main" id="{FE1E15BF-9A5D-1A4A-DB8A-D2DA1629EC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2431490" y="889348"/>
            <a:ext cx="793750" cy="793750"/>
          </a:xfrm>
          <a:prstGeom prst="rect">
            <a:avLst/>
          </a:prstGeom>
        </p:spPr>
      </p:pic>
      <p:pic>
        <p:nvPicPr>
          <p:cNvPr id="17" name="Picture 16" descr="A green oval with black background&#10;&#10;AI-generated content may be incorrect.">
            <a:extLst>
              <a:ext uri="{FF2B5EF4-FFF2-40B4-BE49-F238E27FC236}">
                <a16:creationId xmlns:a16="http://schemas.microsoft.com/office/drawing/2014/main" id="{6012A474-77B7-AE31-0459-ADEB833ACE7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11041714" y="2581835"/>
            <a:ext cx="580465" cy="102488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23B4CB0-EF97-16D9-69D9-D162B4B4FADF}"/>
              </a:ext>
            </a:extLst>
          </p:cNvPr>
          <p:cNvSpPr txBox="1"/>
          <p:nvPr/>
        </p:nvSpPr>
        <p:spPr>
          <a:xfrm>
            <a:off x="-31376" y="68570"/>
            <a:ext cx="57194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Application: </a:t>
            </a:r>
            <a:r>
              <a:rPr lang="en-US" sz="1400" b="1" dirty="0" err="1"/>
              <a:t>BulkCart</a:t>
            </a:r>
            <a:endParaRPr lang="en-US" sz="1400" b="1" dirty="0"/>
          </a:p>
          <a:p>
            <a:r>
              <a:rPr lang="en-US" sz="1400" dirty="0"/>
              <a:t>Type: Application Architecture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E6FF12-3E67-48DD-134F-CF7D7DFF9FF0}"/>
              </a:ext>
            </a:extLst>
          </p:cNvPr>
          <p:cNvSpPr txBox="1"/>
          <p:nvPr/>
        </p:nvSpPr>
        <p:spPr>
          <a:xfrm>
            <a:off x="-31376" y="681599"/>
            <a:ext cx="57194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View: Process View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AB96AC-2018-1FAB-8F4B-41C096A5DF99}"/>
              </a:ext>
            </a:extLst>
          </p:cNvPr>
          <p:cNvSpPr txBox="1"/>
          <p:nvPr/>
        </p:nvSpPr>
        <p:spPr>
          <a:xfrm>
            <a:off x="-31376" y="491762"/>
            <a:ext cx="57194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Style: Client-Server Pattern</a:t>
            </a:r>
          </a:p>
        </p:txBody>
      </p:sp>
    </p:spTree>
    <p:extLst>
      <p:ext uri="{BB962C8B-B14F-4D97-AF65-F5344CB8AC3E}">
        <p14:creationId xmlns:p14="http://schemas.microsoft.com/office/powerpoint/2010/main" val="25140525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31</Words>
  <Application>Microsoft Macintosh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Kumaratchi Chandrashekar, Rohit Sai Gopal</dc:creator>
  <cp:lastModifiedBy>Kumaratchi Chandrashekar, Rohit Sai Gopal</cp:lastModifiedBy>
  <cp:revision>5</cp:revision>
  <dcterms:created xsi:type="dcterms:W3CDTF">2026-02-28T20:28:45Z</dcterms:created>
  <dcterms:modified xsi:type="dcterms:W3CDTF">2026-02-28T21:34:33Z</dcterms:modified>
</cp:coreProperties>
</file>