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92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812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2468880"/>
            <a:ext cx="6702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: BulkCart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743200" y="3246120"/>
            <a:ext cx="6702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BulkCart: List of Entities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30352"/>
          <a:ext cx="11274552" cy="28651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1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Primary Attributes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shipmentId, orderId, carrierId, warehouseId, trackingNumber, status, estimatedDelivery, createdAt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carrierId, carrierCode, name, apiKey, accountNumber, isActive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pickListId, shipmentId, assignedTo, status, completedAt, createdAt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PickListItem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pickListItemId, pickListId, productId, orderedQty, pickedQty, confirmedAt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DeliveryException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exceptionId, shipmentId, type, description, referenceNo, reShipmentId, resolvedAt, createdAt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documentId, shipmentId, type, fileUrl, generatedBy, createdAt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invoiceId, orderId, retailerId, subtotal, tax, total, status, dueDate, paidAt, createdAt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thresholdId, productId, supplierId, alertQty, alertEmail, isActive, createdAt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ruleId, supplierId, productId, retailerGroupId, effectiveDate, isActive, createdAt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AgingRecord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agingId, invoiceId, retailerId, agingBucket, daysOverdue, outstandingAmount, dunningCount, lastDunningSentAt, createdAt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0" y="36576"/>
            <a:ext cx="5239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BulkCart – Conceptual ER Diagram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154680" y="969264"/>
            <a:ext cx="288036" cy="9144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01084" y="969264"/>
            <a:ext cx="288036" cy="9144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32620" y="1216152"/>
            <a:ext cx="9144" cy="347472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32620" y="1911096"/>
            <a:ext cx="9144" cy="347472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60620" y="1216152"/>
            <a:ext cx="9144" cy="1261872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94660" y="2478024"/>
            <a:ext cx="3931920" cy="9144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94660" y="2478024"/>
            <a:ext cx="9144" cy="1261872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60620" y="2478024"/>
            <a:ext cx="9144" cy="1261872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926580" y="2478024"/>
            <a:ext cx="9144" cy="1261872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94660" y="4233672"/>
            <a:ext cx="9144" cy="393192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83230" y="4974337"/>
            <a:ext cx="20574" cy="393192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532120" y="969264"/>
            <a:ext cx="1417320" cy="9144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07808" y="969264"/>
            <a:ext cx="1353312" cy="9144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42716" y="795528"/>
            <a:ext cx="658368" cy="347472"/>
          </a:xfrm>
          <a:prstGeom prst="diamond">
            <a:avLst/>
          </a:prstGeom>
          <a:solidFill>
            <a:srgbClr val="FFFFFF"/>
          </a:solidFill>
          <a:ln w="2032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42716" y="79552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6949440" y="795528"/>
            <a:ext cx="658368" cy="347472"/>
          </a:xfrm>
          <a:prstGeom prst="diamond">
            <a:avLst/>
          </a:prstGeom>
          <a:solidFill>
            <a:srgbClr val="FFFFFF"/>
          </a:solidFill>
          <a:ln w="2032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49440" y="79552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9203436" y="1563624"/>
            <a:ext cx="658368" cy="347472"/>
          </a:xfrm>
          <a:prstGeom prst="diamond">
            <a:avLst/>
          </a:prstGeom>
          <a:solidFill>
            <a:srgbClr val="FFFFFF"/>
          </a:solidFill>
          <a:ln w="2032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03436" y="156362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665476" y="2304288"/>
            <a:ext cx="658368" cy="347472"/>
          </a:xfrm>
          <a:prstGeom prst="diamond">
            <a:avLst/>
          </a:prstGeom>
          <a:solidFill>
            <a:srgbClr val="FFFFFF"/>
          </a:solidFill>
          <a:ln w="2032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65476" y="230428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631436" y="2304288"/>
            <a:ext cx="658368" cy="347472"/>
          </a:xfrm>
          <a:prstGeom prst="diamond">
            <a:avLst/>
          </a:prstGeom>
          <a:solidFill>
            <a:srgbClr val="FFFFFF"/>
          </a:solidFill>
          <a:ln w="2032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31436" y="230428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597396" y="2304288"/>
            <a:ext cx="658368" cy="347472"/>
          </a:xfrm>
          <a:prstGeom prst="diamond">
            <a:avLst/>
          </a:prstGeom>
          <a:solidFill>
            <a:srgbClr val="FFFFFF"/>
          </a:solidFill>
          <a:ln w="2032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97396" y="230428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665476" y="4626864"/>
            <a:ext cx="658368" cy="347472"/>
          </a:xfrm>
          <a:prstGeom prst="diamond">
            <a:avLst/>
          </a:prstGeom>
          <a:solidFill>
            <a:srgbClr val="FFFFFF"/>
          </a:solidFill>
          <a:ln w="2032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65476" y="462686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938528" y="365760"/>
            <a:ext cx="868680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938528" y="3657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carrierId «PK»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960120" y="822960"/>
            <a:ext cx="822960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60120" y="822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carrierCode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1097280" y="1161288"/>
            <a:ext cx="502920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97280" y="11612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 flipV="1">
            <a:off x="2368296" y="621792"/>
            <a:ext cx="9144" cy="100584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 flipH="1" flipV="1">
            <a:off x="1783080" y="960120"/>
            <a:ext cx="228600" cy="9144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 flipH="1">
            <a:off x="1600200" y="1088136"/>
            <a:ext cx="457200" cy="201168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498848" y="365760"/>
            <a:ext cx="960120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498848" y="3657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shipmentId «PK»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6117336" y="365760"/>
            <a:ext cx="1005840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17336" y="365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trackingNumber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5669280" y="1127118"/>
            <a:ext cx="594360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669280" y="112711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 flipV="1">
            <a:off x="4937760" y="621792"/>
            <a:ext cx="36576" cy="100584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 flipV="1">
            <a:off x="5271516" y="493776"/>
            <a:ext cx="873252" cy="237744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532120" y="969264"/>
            <a:ext cx="137160" cy="246888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034272" y="365760"/>
            <a:ext cx="841248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034272" y="36576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invoiceId «PK»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95560" y="731520"/>
            <a:ext cx="53035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195560" y="73152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10195560" y="1060704"/>
            <a:ext cx="594360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195560" y="10607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10195560" y="1389888"/>
            <a:ext cx="658368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195560" y="13898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dueDate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 flipV="1">
            <a:off x="9454896" y="621792"/>
            <a:ext cx="9144" cy="100584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 flipV="1">
            <a:off x="10104120" y="859536"/>
            <a:ext cx="91440" cy="36576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0104120" y="1024128"/>
            <a:ext cx="91440" cy="164592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0104120" y="1024128"/>
            <a:ext cx="91440" cy="493776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028432" y="2350008"/>
            <a:ext cx="749808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028432" y="23500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agingId «PK»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8028432" y="2624328"/>
            <a:ext cx="841248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028432" y="262432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invoiceId «FK»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10195560" y="2350008"/>
            <a:ext cx="841248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0195560" y="235000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agingBucket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10195560" y="2624328"/>
            <a:ext cx="841248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0195560" y="262432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daysOverdue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 flipH="1">
            <a:off x="8778240" y="2459736"/>
            <a:ext cx="182880" cy="18288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 flipH="1">
            <a:off x="8869680" y="2551176"/>
            <a:ext cx="91440" cy="18288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0104120" y="2478024"/>
            <a:ext cx="91440" cy="9144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104120" y="2587752"/>
            <a:ext cx="91440" cy="164592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929384" y="3223982"/>
            <a:ext cx="822960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929384" y="322398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pickListId «PK»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1481328" y="3904488"/>
            <a:ext cx="822960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481328" y="39044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shipmentId «FK»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3657600" y="3904488"/>
            <a:ext cx="566928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657600" y="39044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 flipH="1" flipV="1">
            <a:off x="2350008" y="3480013"/>
            <a:ext cx="315468" cy="321965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 flipH="1">
            <a:off x="2304288" y="3986784"/>
            <a:ext cx="118872" cy="4572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3566160" y="3986784"/>
            <a:ext cx="91440" cy="4572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3968496" y="3328416"/>
            <a:ext cx="914400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968496" y="3328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exceptionId «PK»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5623560" y="3904488"/>
            <a:ext cx="53035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623560" y="390448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4168381" y="4498848"/>
            <a:ext cx="822960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168381" y="4498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resolvedAt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 flipH="1" flipV="1">
            <a:off x="4517136" y="3569368"/>
            <a:ext cx="402336" cy="170528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5532120" y="3986784"/>
            <a:ext cx="91440" cy="4572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 flipH="1">
            <a:off x="4631435" y="4242816"/>
            <a:ext cx="114781" cy="265176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5833872" y="3282696"/>
            <a:ext cx="960120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5833872" y="32826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documentId «PK»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7589520" y="3904488"/>
            <a:ext cx="53035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7589520" y="390448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6537960" y="4306824"/>
            <a:ext cx="658368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6537960" y="43068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fileUrl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 flipH="1" flipV="1">
            <a:off x="6318504" y="3538728"/>
            <a:ext cx="288036" cy="254106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7498080" y="3986784"/>
            <a:ext cx="91440" cy="4572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6858000" y="4233672"/>
            <a:ext cx="9144" cy="73152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673352" y="4897334"/>
            <a:ext cx="107899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1673352" y="489733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pickListItemId «PK»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1481328" y="5541264"/>
            <a:ext cx="822960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1481328" y="55412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orderedQty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3657600" y="5541264"/>
            <a:ext cx="749808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3657600" y="554126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pickedQty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 flipH="1" flipV="1">
            <a:off x="2221992" y="5153366"/>
            <a:ext cx="420624" cy="256032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 flipH="1">
            <a:off x="2304288" y="5614416"/>
            <a:ext cx="118872" cy="4572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3566160" y="5614416"/>
            <a:ext cx="91440" cy="45720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2011680" y="722376"/>
            <a:ext cx="1143000" cy="49377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2011680" y="722376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4389120" y="722376"/>
            <a:ext cx="1143000" cy="49377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4389120" y="722376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8961120" y="722376"/>
            <a:ext cx="1143000" cy="49377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8961120" y="722376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8961120" y="2258568"/>
            <a:ext cx="1143000" cy="49377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8961120" y="2258568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AgingRecord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2423160" y="3739896"/>
            <a:ext cx="1143000" cy="49377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2423160" y="3739896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PickList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4389120" y="3739896"/>
            <a:ext cx="1143000" cy="49377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4389120" y="3739896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6355080" y="3739896"/>
            <a:ext cx="1143000" cy="49377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6355080" y="3739896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2423160" y="5367528"/>
            <a:ext cx="1143000" cy="49377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2423160" y="5367528"/>
            <a:ext cx="1143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PickList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950" dirty="0"/>
          </a:p>
        </p:txBody>
      </p:sp>
      <p:sp>
        <p:nvSpPr>
          <p:cNvPr id="124" name="Text 122"/>
          <p:cNvSpPr/>
          <p:nvPr/>
        </p:nvSpPr>
        <p:spPr>
          <a:xfrm>
            <a:off x="4315968" y="121615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(← Order S2)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8961120" y="121615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(← Order S2)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45720"/>
            <a:ext cx="4873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BulkCart – Logical ER Diagram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" y="365760"/>
            <a:ext cx="1481328" cy="210312"/>
          </a:xfrm>
          <a:prstGeom prst="rect">
            <a:avLst/>
          </a:prstGeom>
          <a:solidFill>
            <a:srgbClr val="CC0000"/>
          </a:solidFill>
          <a:ln w="190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9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" y="576072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carrierId (PK)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91440" y="731520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carrierCode (unique)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1440" y="886968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1440" y="1042416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apiKey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1440" y="1197864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accountNumber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1440" y="1353312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148840" y="365760"/>
            <a:ext cx="1481328" cy="210312"/>
          </a:xfrm>
          <a:prstGeom prst="rect">
            <a:avLst/>
          </a:prstGeom>
          <a:solidFill>
            <a:srgbClr val="CC0000"/>
          </a:solidFill>
          <a:ln w="190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9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48840" y="576072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shipmentId (PK, unique)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148840" y="731520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 (FK → Orders)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148840" y="886968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carrierId (FK → Carriers)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148840" y="1042416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warehouseId (FK → Users)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148840" y="1197864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trackingNumber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148840" y="1353312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(FK → ShipStatus_Ref)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148840" y="1508760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estimatedDelivery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148840" y="1664208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206240" y="365760"/>
            <a:ext cx="1481328" cy="210312"/>
          </a:xfrm>
          <a:prstGeom prst="rect">
            <a:avLst/>
          </a:prstGeom>
          <a:solidFill>
            <a:srgbClr val="CC0000"/>
          </a:solidFill>
          <a:ln w="190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9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06240" y="576072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invoiceId (PK, unique)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206240" y="731520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 (FK → Orders)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206240" y="886968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retailerId (FK → Users)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206240" y="1042416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206240" y="1197864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206240" y="1353312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206240" y="1508760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(FK → InvStatus_Ref)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206240" y="1664208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dueDate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206240" y="1819656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paidAt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206240" y="1975104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63640" y="365760"/>
            <a:ext cx="1481328" cy="210312"/>
          </a:xfrm>
          <a:prstGeom prst="rect">
            <a:avLst/>
          </a:prstGeom>
          <a:solidFill>
            <a:srgbClr val="CC0000"/>
          </a:solidFill>
          <a:ln w="190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9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AgingRecord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576072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agingId (PK, unique)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63640" y="731520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invoiceId (FK → Invoices)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263640" y="886968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retailerId (FK → Users)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263640" y="1042416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agingBucket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63640" y="1197864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daysOverdue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263640" y="1353312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outstandingAmount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263640" y="1508760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dunningCount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263640" y="1664208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lastDunningSentAt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63640" y="1819656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1440" y="2606040"/>
            <a:ext cx="1481328" cy="210312"/>
          </a:xfrm>
          <a:prstGeom prst="rect">
            <a:avLst/>
          </a:prstGeom>
          <a:solidFill>
            <a:srgbClr val="CC0000"/>
          </a:solidFill>
          <a:ln w="190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9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PickList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1440" y="2816352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pickListId (PK)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1440" y="2971800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shipmentId (FK → Shipments)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91440" y="3127248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assignedTo (FK → Users)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91440" y="3282696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91440" y="3438144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completedAt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91440" y="3593592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148840" y="2606040"/>
            <a:ext cx="1481328" cy="210312"/>
          </a:xfrm>
          <a:prstGeom prst="rect">
            <a:avLst/>
          </a:prstGeom>
          <a:solidFill>
            <a:srgbClr val="CC0000"/>
          </a:solidFill>
          <a:ln w="190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9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PickListItem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148840" y="2816352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pickListItemId (PK)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148840" y="2971800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pickListId (FK → PickLists)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148840" y="3127248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(FK → Products)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148840" y="3282696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orderedQty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148840" y="3438144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pickedQty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148840" y="3593592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confirmedAt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206240" y="2606040"/>
            <a:ext cx="1481328" cy="210312"/>
          </a:xfrm>
          <a:prstGeom prst="rect">
            <a:avLst/>
          </a:prstGeom>
          <a:solidFill>
            <a:srgbClr val="CC0000"/>
          </a:solidFill>
          <a:ln w="190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9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DeliveryException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206240" y="2816352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exceptionId (PK)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206240" y="2971800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shipmentId (FK → Shipments)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206240" y="3127248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(FK → ExcepType_Ref)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206240" y="3282696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206240" y="3438144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referenceNo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206240" y="3593592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reShipmentId (FK → Shipments)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206240" y="3749040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resolvedAt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206240" y="3904488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263640" y="2606040"/>
            <a:ext cx="1481328" cy="210312"/>
          </a:xfrm>
          <a:prstGeom prst="rect">
            <a:avLst/>
          </a:prstGeom>
          <a:solidFill>
            <a:srgbClr val="CC0000"/>
          </a:solidFill>
          <a:ln w="190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9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ShipmentDocument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263640" y="2816352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documentId (PK)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263640" y="2971800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shipmentId (FK → Shipments)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263640" y="3127248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263640" y="3282696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fileUrl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263640" y="3438144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generatedBy (FK → Users)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263640" y="3593592"/>
            <a:ext cx="148132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939528" y="365760"/>
            <a:ext cx="1234440" cy="237744"/>
          </a:xfrm>
          <a:prstGeom prst="rect">
            <a:avLst/>
          </a:prstGeom>
          <a:solidFill>
            <a:srgbClr val="0066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Tables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976104" y="676656"/>
            <a:ext cx="1234440" cy="210312"/>
          </a:xfrm>
          <a:prstGeom prst="rect">
            <a:avLst/>
          </a:prstGeom>
          <a:solidFill>
            <a:srgbClr val="006600"/>
          </a:solidFill>
          <a:ln w="190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8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ShipmentStatus_Ref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9976104" y="886968"/>
            <a:ext cx="1234440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9976104" y="1042416"/>
            <a:ext cx="1234440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976104" y="1197864"/>
            <a:ext cx="1234440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isTerminal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976104" y="1463040"/>
            <a:ext cx="1234440" cy="210312"/>
          </a:xfrm>
          <a:prstGeom prst="rect">
            <a:avLst/>
          </a:prstGeom>
          <a:solidFill>
            <a:srgbClr val="006600"/>
          </a:solidFill>
          <a:ln w="190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8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ExceptionType_Ref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9976104" y="1673352"/>
            <a:ext cx="1234440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9976104" y="1828800"/>
            <a:ext cx="1234440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typeName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9976104" y="1984248"/>
            <a:ext cx="1234440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requiresReShip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9976104" y="2249424"/>
            <a:ext cx="1234440" cy="210312"/>
          </a:xfrm>
          <a:prstGeom prst="rect">
            <a:avLst/>
          </a:prstGeom>
          <a:solidFill>
            <a:srgbClr val="006600"/>
          </a:solidFill>
          <a:ln w="190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8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InvoiceStatus_Ref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9976104" y="2459736"/>
            <a:ext cx="1234440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9976104" y="2615184"/>
            <a:ext cx="1234440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9976104" y="2770632"/>
            <a:ext cx="1234440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wrap="square" lIns="0" tIns="3810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9884664" y="320040"/>
            <a:ext cx="1344168" cy="2651760"/>
          </a:xfrm>
          <a:prstGeom prst="rect">
            <a:avLst/>
          </a:prstGeom>
          <a:ln w="19050">
            <a:solidFill>
              <a:srgbClr val="4472C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572768" y="964692"/>
            <a:ext cx="576072" cy="365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645920" y="891540"/>
            <a:ext cx="3658" cy="146304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746504" y="891540"/>
            <a:ext cx="3658" cy="146304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 flipH="1" flipV="1">
            <a:off x="2029968" y="891540"/>
            <a:ext cx="118872" cy="73152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 flipH="1">
            <a:off x="2029968" y="964692"/>
            <a:ext cx="118872" cy="3658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 flipH="1">
            <a:off x="2029968" y="964692"/>
            <a:ext cx="118872" cy="73152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975104" y="891540"/>
            <a:ext cx="3658" cy="146304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5687568" y="809244"/>
            <a:ext cx="576072" cy="365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5760720" y="736092"/>
            <a:ext cx="3658" cy="146304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5861304" y="736092"/>
            <a:ext cx="3658" cy="146304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6190488" y="736092"/>
            <a:ext cx="3658" cy="146304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6039612" y="758952"/>
            <a:ext cx="100584" cy="100584"/>
          </a:xfrm>
          <a:prstGeom prst="ellipse">
            <a:avLst/>
          </a:prstGeom>
          <a:ln w="1397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889504" y="1819656"/>
            <a:ext cx="3658" cy="393192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2816352" y="1892808"/>
            <a:ext cx="146304" cy="3658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2816352" y="1993392"/>
            <a:ext cx="146304" cy="3658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832104" y="2212848"/>
            <a:ext cx="6172200" cy="365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832104" y="2212848"/>
            <a:ext cx="3658" cy="393192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758952" y="2532888"/>
            <a:ext cx="146304" cy="3658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781812" y="2382012"/>
            <a:ext cx="100584" cy="100584"/>
          </a:xfrm>
          <a:prstGeom prst="ellipse">
            <a:avLst/>
          </a:prstGeom>
          <a:ln w="1397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4946904" y="2212848"/>
            <a:ext cx="3658" cy="393192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 flipH="1" flipV="1">
            <a:off x="4873752" y="2487168"/>
            <a:ext cx="73152" cy="118872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 flipV="1">
            <a:off x="4946904" y="2487168"/>
            <a:ext cx="3658" cy="118872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 flipV="1">
            <a:off x="4946904" y="2487168"/>
            <a:ext cx="73152" cy="118872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4873752" y="2432304"/>
            <a:ext cx="146304" cy="3658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7004304" y="2212848"/>
            <a:ext cx="3658" cy="393192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 flipH="1" flipV="1">
            <a:off x="6931152" y="2487168"/>
            <a:ext cx="73152" cy="118872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 flipV="1">
            <a:off x="7004304" y="2487168"/>
            <a:ext cx="3658" cy="118872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 flipV="1">
            <a:off x="7004304" y="2487168"/>
            <a:ext cx="73152" cy="118872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6931152" y="2432304"/>
            <a:ext cx="146304" cy="3658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1572768" y="3049524"/>
            <a:ext cx="576072" cy="365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1645920" y="2976372"/>
            <a:ext cx="3658" cy="146304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1746504" y="2976372"/>
            <a:ext cx="3658" cy="146304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 flipH="1" flipV="1">
            <a:off x="2029968" y="2976372"/>
            <a:ext cx="118872" cy="73152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 flipH="1">
            <a:off x="2029968" y="3049524"/>
            <a:ext cx="118872" cy="3658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 flipH="1">
            <a:off x="2029968" y="3049524"/>
            <a:ext cx="118872" cy="73152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1975104" y="2976372"/>
            <a:ext cx="3658" cy="146304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 flipV="1">
            <a:off x="3630168" y="781812"/>
            <a:ext cx="6309360" cy="649224"/>
          </a:xfrm>
          <a:prstGeom prst="line">
            <a:avLst/>
          </a:prstGeom>
          <a:noFill/>
          <a:ln w="11430">
            <a:solidFill>
              <a:srgbClr val="4472C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5687568" y="1897380"/>
            <a:ext cx="4251960" cy="768096"/>
          </a:xfrm>
          <a:prstGeom prst="line">
            <a:avLst/>
          </a:prstGeom>
          <a:noFill/>
          <a:ln w="11430">
            <a:solidFill>
              <a:srgbClr val="4472C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cxnSp>
        <p:nvCxnSpPr>
          <p:cNvPr id="128" name="Elbow Connector 127">
            <a:extLst>
              <a:ext uri="{FF2B5EF4-FFF2-40B4-BE49-F238E27FC236}">
                <a16:creationId xmlns:a16="http://schemas.microsoft.com/office/drawing/2014/main" id="{A8B12AD3-DA10-E22A-A4F3-7A317D7D5104}"/>
              </a:ext>
            </a:extLst>
          </p:cNvPr>
          <p:cNvCxnSpPr>
            <a:stCxn id="62" idx="3"/>
            <a:endCxn id="83" idx="3"/>
          </p:cNvCxnSpPr>
          <p:nvPr/>
        </p:nvCxnSpPr>
        <p:spPr>
          <a:xfrm flipV="1">
            <a:off x="5687568" y="1645920"/>
            <a:ext cx="5541264" cy="2336292"/>
          </a:xfrm>
          <a:prstGeom prst="bentConnector3">
            <a:avLst>
              <a:gd name="adj1" fmla="val 104125"/>
            </a:avLst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4" name="Elbow Connector 133">
            <a:extLst>
              <a:ext uri="{FF2B5EF4-FFF2-40B4-BE49-F238E27FC236}">
                <a16:creationId xmlns:a16="http://schemas.microsoft.com/office/drawing/2014/main" id="{910FC845-6A5F-5E4C-4084-FBA85B8CAA77}"/>
              </a:ext>
            </a:extLst>
          </p:cNvPr>
          <p:cNvCxnSpPr>
            <a:cxnSpLocks/>
            <a:stCxn id="10" idx="0"/>
          </p:cNvCxnSpPr>
          <p:nvPr/>
        </p:nvCxnSpPr>
        <p:spPr>
          <a:xfrm rot="16200000" flipH="1">
            <a:off x="6158484" y="-2903220"/>
            <a:ext cx="548640" cy="7086600"/>
          </a:xfrm>
          <a:prstGeom prst="bentConnector4">
            <a:avLst>
              <a:gd name="adj1" fmla="val -41667"/>
              <a:gd name="adj2" fmla="val 88333"/>
            </a:avLst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486</Words>
  <Application>Microsoft Macintosh PowerPoint</Application>
  <PresentationFormat>Widescreen</PresentationFormat>
  <Paragraphs>158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BulkCart S3 ERD</dc:title>
  <dc:subject>PptxGenJS Presentation</dc:subject>
  <dc:creator>Team 1</dc:creator>
  <cp:lastModifiedBy>Meet Mangukiya</cp:lastModifiedBy>
  <cp:revision>3</cp:revision>
  <dcterms:created xsi:type="dcterms:W3CDTF">2026-04-26T19:39:54Z</dcterms:created>
  <dcterms:modified xsi:type="dcterms:W3CDTF">2026-04-26T19:53:53Z</dcterms:modified>
</cp:coreProperties>
</file>