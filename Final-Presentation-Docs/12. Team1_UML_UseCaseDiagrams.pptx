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</p:sldIdLst>
  <p:sldSz cx="10693400" cy="7562850"/>
  <p:notesSz cx="10693400" cy="756285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1"/>
    <p:restoredTop sz="94635"/>
  </p:normalViewPr>
  <p:slideViewPr>
    <p:cSldViewPr>
      <p:cViewPr varScale="1">
        <p:scale>
          <a:sx n="108" d="100"/>
          <a:sy n="108" d="100"/>
        </p:scale>
        <p:origin x="1784" y="208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802005" y="2344483"/>
            <a:ext cx="9089390" cy="1588198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604010" y="4235196"/>
            <a:ext cx="7485380" cy="189071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750" b="1" i="0">
                <a:solidFill>
                  <a:srgbClr val="1A6B3A"/>
                </a:solidFill>
                <a:latin typeface="Arial"/>
                <a:cs typeface="Arial"/>
              </a:defRPr>
            </a:lvl1pPr>
          </a:lstStyle>
          <a:p>
            <a:pPr marL="12700">
              <a:lnSpc>
                <a:spcPct val="100000"/>
              </a:lnSpc>
              <a:spcBef>
                <a:spcPts val="25"/>
              </a:spcBef>
            </a:pPr>
            <a:r>
              <a:rPr b="0" dirty="0">
                <a:latin typeface="MS Gothic"/>
                <a:cs typeface="MS Gothic"/>
              </a:rPr>
              <a:t>●</a:t>
            </a:r>
            <a:r>
              <a:rPr b="0" spc="20" dirty="0">
                <a:latin typeface="Times New Roman"/>
                <a:cs typeface="Times New Roman"/>
              </a:rPr>
              <a:t> </a:t>
            </a:r>
            <a:r>
              <a:rPr dirty="0"/>
              <a:t>External </a:t>
            </a:r>
            <a:r>
              <a:rPr spc="-10" dirty="0"/>
              <a:t>Actor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>
              <a:defRPr sz="750" b="1" i="0">
                <a:solidFill>
                  <a:srgbClr val="1A3A5B"/>
                </a:solidFill>
                <a:latin typeface="Arial"/>
                <a:cs typeface="Arial"/>
              </a:defRPr>
            </a:lvl1pPr>
          </a:lstStyle>
          <a:p>
            <a:pPr marL="12700">
              <a:lnSpc>
                <a:spcPct val="100000"/>
              </a:lnSpc>
              <a:spcBef>
                <a:spcPts val="25"/>
              </a:spcBef>
            </a:pPr>
            <a:r>
              <a:rPr b="0" dirty="0">
                <a:latin typeface="MS Gothic"/>
                <a:cs typeface="MS Gothic"/>
              </a:rPr>
              <a:t>●</a:t>
            </a:r>
            <a:r>
              <a:rPr b="0" spc="5" dirty="0">
                <a:latin typeface="Times New Roman"/>
                <a:cs typeface="Times New Roman"/>
              </a:rPr>
              <a:t> </a:t>
            </a:r>
            <a:r>
              <a:rPr dirty="0"/>
              <a:t>Internal</a:t>
            </a:r>
            <a:r>
              <a:rPr spc="-15" dirty="0"/>
              <a:t> </a:t>
            </a:r>
            <a:r>
              <a:rPr spc="-10" dirty="0"/>
              <a:t>Actor</a:t>
            </a:r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750" b="1" i="0">
                <a:solidFill>
                  <a:srgbClr val="1A6B3A"/>
                </a:solidFill>
                <a:latin typeface="Arial"/>
                <a:cs typeface="Arial"/>
              </a:defRPr>
            </a:lvl1pPr>
          </a:lstStyle>
          <a:p>
            <a:pPr marL="12700">
              <a:lnSpc>
                <a:spcPct val="100000"/>
              </a:lnSpc>
              <a:spcBef>
                <a:spcPts val="25"/>
              </a:spcBef>
            </a:pPr>
            <a:r>
              <a:rPr b="0" dirty="0">
                <a:latin typeface="MS Gothic"/>
                <a:cs typeface="MS Gothic"/>
              </a:rPr>
              <a:t>●</a:t>
            </a:r>
            <a:r>
              <a:rPr b="0" spc="20" dirty="0">
                <a:latin typeface="Times New Roman"/>
                <a:cs typeface="Times New Roman"/>
              </a:rPr>
              <a:t> </a:t>
            </a:r>
            <a:r>
              <a:rPr dirty="0"/>
              <a:t>External </a:t>
            </a:r>
            <a:r>
              <a:rPr spc="-10" dirty="0"/>
              <a:t>Actor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>
              <a:defRPr sz="750" b="1" i="0">
                <a:solidFill>
                  <a:srgbClr val="1A3A5B"/>
                </a:solidFill>
                <a:latin typeface="Arial"/>
                <a:cs typeface="Arial"/>
              </a:defRPr>
            </a:lvl1pPr>
          </a:lstStyle>
          <a:p>
            <a:pPr marL="12700">
              <a:lnSpc>
                <a:spcPct val="100000"/>
              </a:lnSpc>
              <a:spcBef>
                <a:spcPts val="25"/>
              </a:spcBef>
            </a:pPr>
            <a:r>
              <a:rPr b="0" dirty="0">
                <a:latin typeface="MS Gothic"/>
                <a:cs typeface="MS Gothic"/>
              </a:rPr>
              <a:t>●</a:t>
            </a:r>
            <a:r>
              <a:rPr b="0" spc="5" dirty="0">
                <a:latin typeface="Times New Roman"/>
                <a:cs typeface="Times New Roman"/>
              </a:rPr>
              <a:t> </a:t>
            </a:r>
            <a:r>
              <a:rPr dirty="0"/>
              <a:t>Internal</a:t>
            </a:r>
            <a:r>
              <a:rPr spc="-15" dirty="0"/>
              <a:t> </a:t>
            </a:r>
            <a:r>
              <a:rPr spc="-10" dirty="0"/>
              <a:t>Actor</a:t>
            </a:r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534670" y="1739455"/>
            <a:ext cx="4651629" cy="499148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5507101" y="1739455"/>
            <a:ext cx="4651629" cy="499148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750" b="1" i="0">
                <a:solidFill>
                  <a:srgbClr val="1A6B3A"/>
                </a:solidFill>
                <a:latin typeface="Arial"/>
                <a:cs typeface="Arial"/>
              </a:defRPr>
            </a:lvl1pPr>
          </a:lstStyle>
          <a:p>
            <a:pPr marL="12700">
              <a:lnSpc>
                <a:spcPct val="100000"/>
              </a:lnSpc>
              <a:spcBef>
                <a:spcPts val="25"/>
              </a:spcBef>
            </a:pPr>
            <a:r>
              <a:rPr b="0" dirty="0">
                <a:latin typeface="MS Gothic"/>
                <a:cs typeface="MS Gothic"/>
              </a:rPr>
              <a:t>●</a:t>
            </a:r>
            <a:r>
              <a:rPr b="0" spc="20" dirty="0">
                <a:latin typeface="Times New Roman"/>
                <a:cs typeface="Times New Roman"/>
              </a:rPr>
              <a:t> </a:t>
            </a:r>
            <a:r>
              <a:rPr dirty="0"/>
              <a:t>External </a:t>
            </a:r>
            <a:r>
              <a:rPr spc="-10" dirty="0"/>
              <a:t>Actor</a:t>
            </a:r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>
              <a:defRPr sz="750" b="1" i="0">
                <a:solidFill>
                  <a:srgbClr val="1A3A5B"/>
                </a:solidFill>
                <a:latin typeface="Arial"/>
                <a:cs typeface="Arial"/>
              </a:defRPr>
            </a:lvl1pPr>
          </a:lstStyle>
          <a:p>
            <a:pPr marL="12700">
              <a:lnSpc>
                <a:spcPct val="100000"/>
              </a:lnSpc>
              <a:spcBef>
                <a:spcPts val="25"/>
              </a:spcBef>
            </a:pPr>
            <a:r>
              <a:rPr b="0" dirty="0">
                <a:latin typeface="MS Gothic"/>
                <a:cs typeface="MS Gothic"/>
              </a:rPr>
              <a:t>●</a:t>
            </a:r>
            <a:r>
              <a:rPr b="0" spc="5" dirty="0">
                <a:latin typeface="Times New Roman"/>
                <a:cs typeface="Times New Roman"/>
              </a:rPr>
              <a:t> </a:t>
            </a:r>
            <a:r>
              <a:rPr dirty="0"/>
              <a:t>Internal</a:t>
            </a:r>
            <a:r>
              <a:rPr spc="-15" dirty="0"/>
              <a:t> </a:t>
            </a:r>
            <a:r>
              <a:rPr spc="-10" dirty="0"/>
              <a:t>Actor</a:t>
            </a:r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750" b="1" i="0">
                <a:solidFill>
                  <a:srgbClr val="1A6B3A"/>
                </a:solidFill>
                <a:latin typeface="Arial"/>
                <a:cs typeface="Arial"/>
              </a:defRPr>
            </a:lvl1pPr>
          </a:lstStyle>
          <a:p>
            <a:pPr marL="12700">
              <a:lnSpc>
                <a:spcPct val="100000"/>
              </a:lnSpc>
              <a:spcBef>
                <a:spcPts val="25"/>
              </a:spcBef>
            </a:pPr>
            <a:r>
              <a:rPr b="0" dirty="0">
                <a:latin typeface="MS Gothic"/>
                <a:cs typeface="MS Gothic"/>
              </a:rPr>
              <a:t>●</a:t>
            </a:r>
            <a:r>
              <a:rPr b="0" spc="20" dirty="0">
                <a:latin typeface="Times New Roman"/>
                <a:cs typeface="Times New Roman"/>
              </a:rPr>
              <a:t> </a:t>
            </a:r>
            <a:r>
              <a:rPr dirty="0"/>
              <a:t>External </a:t>
            </a:r>
            <a:r>
              <a:rPr spc="-10" dirty="0"/>
              <a:t>Actor</a:t>
            </a:r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>
              <a:defRPr sz="750" b="1" i="0">
                <a:solidFill>
                  <a:srgbClr val="1A3A5B"/>
                </a:solidFill>
                <a:latin typeface="Arial"/>
                <a:cs typeface="Arial"/>
              </a:defRPr>
            </a:lvl1pPr>
          </a:lstStyle>
          <a:p>
            <a:pPr marL="12700">
              <a:lnSpc>
                <a:spcPct val="100000"/>
              </a:lnSpc>
              <a:spcBef>
                <a:spcPts val="25"/>
              </a:spcBef>
            </a:pPr>
            <a:r>
              <a:rPr b="0" dirty="0">
                <a:latin typeface="MS Gothic"/>
                <a:cs typeface="MS Gothic"/>
              </a:rPr>
              <a:t>●</a:t>
            </a:r>
            <a:r>
              <a:rPr b="0" spc="5" dirty="0">
                <a:latin typeface="Times New Roman"/>
                <a:cs typeface="Times New Roman"/>
              </a:rPr>
              <a:t> </a:t>
            </a:r>
            <a:r>
              <a:rPr dirty="0"/>
              <a:t>Internal</a:t>
            </a:r>
            <a:r>
              <a:rPr spc="-15" dirty="0"/>
              <a:t> </a:t>
            </a:r>
            <a:r>
              <a:rPr spc="-10" dirty="0"/>
              <a:t>Actor</a:t>
            </a:r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750" b="1" i="0">
                <a:solidFill>
                  <a:srgbClr val="1A6B3A"/>
                </a:solidFill>
                <a:latin typeface="Arial"/>
                <a:cs typeface="Arial"/>
              </a:defRPr>
            </a:lvl1pPr>
          </a:lstStyle>
          <a:p>
            <a:pPr marL="12700">
              <a:lnSpc>
                <a:spcPct val="100000"/>
              </a:lnSpc>
              <a:spcBef>
                <a:spcPts val="25"/>
              </a:spcBef>
            </a:pPr>
            <a:r>
              <a:rPr b="0" dirty="0">
                <a:latin typeface="MS Gothic"/>
                <a:cs typeface="MS Gothic"/>
              </a:rPr>
              <a:t>●</a:t>
            </a:r>
            <a:r>
              <a:rPr b="0" spc="20" dirty="0">
                <a:latin typeface="Times New Roman"/>
                <a:cs typeface="Times New Roman"/>
              </a:rPr>
              <a:t> </a:t>
            </a:r>
            <a:r>
              <a:rPr dirty="0"/>
              <a:t>External </a:t>
            </a:r>
            <a:r>
              <a:rPr spc="-10" dirty="0"/>
              <a:t>Actor</a:t>
            </a:r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>
              <a:defRPr sz="750" b="1" i="0">
                <a:solidFill>
                  <a:srgbClr val="1A3A5B"/>
                </a:solidFill>
                <a:latin typeface="Arial"/>
                <a:cs typeface="Arial"/>
              </a:defRPr>
            </a:lvl1pPr>
          </a:lstStyle>
          <a:p>
            <a:pPr marL="12700">
              <a:lnSpc>
                <a:spcPct val="100000"/>
              </a:lnSpc>
              <a:spcBef>
                <a:spcPts val="25"/>
              </a:spcBef>
            </a:pPr>
            <a:r>
              <a:rPr b="0" dirty="0">
                <a:latin typeface="MS Gothic"/>
                <a:cs typeface="MS Gothic"/>
              </a:rPr>
              <a:t>●</a:t>
            </a:r>
            <a:r>
              <a:rPr b="0" spc="5" dirty="0">
                <a:latin typeface="Times New Roman"/>
                <a:cs typeface="Times New Roman"/>
              </a:rPr>
              <a:t> </a:t>
            </a:r>
            <a:r>
              <a:rPr dirty="0"/>
              <a:t>Internal</a:t>
            </a:r>
            <a:r>
              <a:rPr spc="-15" dirty="0"/>
              <a:t> </a:t>
            </a:r>
            <a:r>
              <a:rPr spc="-10" dirty="0"/>
              <a:t>Actor</a:t>
            </a:r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0" y="609599"/>
            <a:ext cx="10692130" cy="6950709"/>
          </a:xfrm>
          <a:custGeom>
            <a:avLst/>
            <a:gdLst/>
            <a:ahLst/>
            <a:cxnLst/>
            <a:rect l="l" t="t" r="r" b="b"/>
            <a:pathLst>
              <a:path w="10692130" h="6950709">
                <a:moveTo>
                  <a:pt x="0" y="6950400"/>
                </a:moveTo>
                <a:lnTo>
                  <a:pt x="10692000" y="6950400"/>
                </a:lnTo>
                <a:lnTo>
                  <a:pt x="10692000" y="0"/>
                </a:lnTo>
                <a:lnTo>
                  <a:pt x="0" y="0"/>
                </a:lnTo>
                <a:lnTo>
                  <a:pt x="0" y="6950400"/>
                </a:lnTo>
                <a:close/>
              </a:path>
            </a:pathLst>
          </a:custGeom>
          <a:solidFill>
            <a:srgbClr val="EFF4F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bg object 17"/>
          <p:cNvSpPr/>
          <p:nvPr/>
        </p:nvSpPr>
        <p:spPr>
          <a:xfrm>
            <a:off x="0" y="0"/>
            <a:ext cx="10692130" cy="609600"/>
          </a:xfrm>
          <a:custGeom>
            <a:avLst/>
            <a:gdLst/>
            <a:ahLst/>
            <a:cxnLst/>
            <a:rect l="l" t="t" r="r" b="b"/>
            <a:pathLst>
              <a:path w="10692130" h="609600">
                <a:moveTo>
                  <a:pt x="10692000" y="0"/>
                </a:moveTo>
                <a:lnTo>
                  <a:pt x="0" y="0"/>
                </a:lnTo>
                <a:lnTo>
                  <a:pt x="0" y="609600"/>
                </a:lnTo>
                <a:lnTo>
                  <a:pt x="10692000" y="609600"/>
                </a:lnTo>
                <a:lnTo>
                  <a:pt x="10692000" y="0"/>
                </a:lnTo>
                <a:close/>
              </a:path>
            </a:pathLst>
          </a:custGeom>
          <a:solidFill>
            <a:srgbClr val="1A3A5B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bg object 18"/>
          <p:cNvSpPr/>
          <p:nvPr/>
        </p:nvSpPr>
        <p:spPr>
          <a:xfrm>
            <a:off x="0" y="190506"/>
            <a:ext cx="10692130" cy="469900"/>
          </a:xfrm>
          <a:custGeom>
            <a:avLst/>
            <a:gdLst/>
            <a:ahLst/>
            <a:cxnLst/>
            <a:rect l="l" t="t" r="r" b="b"/>
            <a:pathLst>
              <a:path w="10692130" h="469900">
                <a:moveTo>
                  <a:pt x="685800" y="63500"/>
                </a:moveTo>
                <a:lnTo>
                  <a:pt x="680808" y="38773"/>
                </a:lnTo>
                <a:lnTo>
                  <a:pt x="667207" y="18580"/>
                </a:lnTo>
                <a:lnTo>
                  <a:pt x="647026" y="4978"/>
                </a:lnTo>
                <a:lnTo>
                  <a:pt x="622300" y="0"/>
                </a:lnTo>
                <a:lnTo>
                  <a:pt x="215900" y="0"/>
                </a:lnTo>
                <a:lnTo>
                  <a:pt x="191160" y="4978"/>
                </a:lnTo>
                <a:lnTo>
                  <a:pt x="170980" y="18580"/>
                </a:lnTo>
                <a:lnTo>
                  <a:pt x="157378" y="38773"/>
                </a:lnTo>
                <a:lnTo>
                  <a:pt x="152400" y="63500"/>
                </a:lnTo>
                <a:lnTo>
                  <a:pt x="152400" y="266700"/>
                </a:lnTo>
                <a:lnTo>
                  <a:pt x="157378" y="291426"/>
                </a:lnTo>
                <a:lnTo>
                  <a:pt x="170980" y="311607"/>
                </a:lnTo>
                <a:lnTo>
                  <a:pt x="191160" y="325208"/>
                </a:lnTo>
                <a:lnTo>
                  <a:pt x="215900" y="330200"/>
                </a:lnTo>
                <a:lnTo>
                  <a:pt x="622300" y="330200"/>
                </a:lnTo>
                <a:lnTo>
                  <a:pt x="647026" y="325208"/>
                </a:lnTo>
                <a:lnTo>
                  <a:pt x="667207" y="311607"/>
                </a:lnTo>
                <a:lnTo>
                  <a:pt x="680808" y="291426"/>
                </a:lnTo>
                <a:lnTo>
                  <a:pt x="685800" y="266700"/>
                </a:lnTo>
                <a:lnTo>
                  <a:pt x="685800" y="63500"/>
                </a:lnTo>
                <a:close/>
              </a:path>
              <a:path w="10692130" h="469900">
                <a:moveTo>
                  <a:pt x="10691990" y="419100"/>
                </a:moveTo>
                <a:lnTo>
                  <a:pt x="0" y="419100"/>
                </a:lnTo>
                <a:lnTo>
                  <a:pt x="0" y="469900"/>
                </a:lnTo>
                <a:lnTo>
                  <a:pt x="10691990" y="469900"/>
                </a:lnTo>
                <a:lnTo>
                  <a:pt x="10691990" y="419100"/>
                </a:lnTo>
                <a:close/>
              </a:path>
            </a:pathLst>
          </a:custGeom>
          <a:solidFill>
            <a:srgbClr val="0A7285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534670" y="302514"/>
            <a:ext cx="9624060" cy="1210056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534670" y="1739455"/>
            <a:ext cx="9624060" cy="499148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8571100" y="7245172"/>
            <a:ext cx="798195" cy="13207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750" b="1" i="0">
                <a:solidFill>
                  <a:srgbClr val="1A6B3A"/>
                </a:solidFill>
                <a:latin typeface="Arial"/>
                <a:cs typeface="Arial"/>
              </a:defRPr>
            </a:lvl1pPr>
          </a:lstStyle>
          <a:p>
            <a:pPr marL="12700">
              <a:lnSpc>
                <a:spcPct val="100000"/>
              </a:lnSpc>
              <a:spcBef>
                <a:spcPts val="25"/>
              </a:spcBef>
            </a:pPr>
            <a:r>
              <a:rPr b="0" dirty="0">
                <a:latin typeface="MS Gothic"/>
                <a:cs typeface="MS Gothic"/>
              </a:rPr>
              <a:t>●</a:t>
            </a:r>
            <a:r>
              <a:rPr b="0" spc="20" dirty="0">
                <a:latin typeface="Times New Roman"/>
                <a:cs typeface="Times New Roman"/>
              </a:rPr>
              <a:t> </a:t>
            </a:r>
            <a:r>
              <a:rPr dirty="0"/>
              <a:t>External </a:t>
            </a:r>
            <a:r>
              <a:rPr spc="-10" dirty="0"/>
              <a:t>Actor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9612500" y="7245172"/>
            <a:ext cx="766445" cy="13207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750" b="1" i="0">
                <a:solidFill>
                  <a:srgbClr val="1A3A5B"/>
                </a:solidFill>
                <a:latin typeface="Arial"/>
                <a:cs typeface="Arial"/>
              </a:defRPr>
            </a:lvl1pPr>
          </a:lstStyle>
          <a:p>
            <a:pPr marL="12700">
              <a:lnSpc>
                <a:spcPct val="100000"/>
              </a:lnSpc>
              <a:spcBef>
                <a:spcPts val="25"/>
              </a:spcBef>
            </a:pPr>
            <a:r>
              <a:rPr b="0" dirty="0">
                <a:latin typeface="MS Gothic"/>
                <a:cs typeface="MS Gothic"/>
              </a:rPr>
              <a:t>●</a:t>
            </a:r>
            <a:r>
              <a:rPr b="0" spc="5" dirty="0">
                <a:latin typeface="Times New Roman"/>
                <a:cs typeface="Times New Roman"/>
              </a:rPr>
              <a:t> </a:t>
            </a:r>
            <a:r>
              <a:rPr dirty="0"/>
              <a:t>Internal</a:t>
            </a:r>
            <a:r>
              <a:rPr spc="-15" dirty="0"/>
              <a:t> </a:t>
            </a:r>
            <a:r>
              <a:rPr spc="-10" dirty="0"/>
              <a:t>Actor</a:t>
            </a:r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7699248" y="7033450"/>
            <a:ext cx="2459482" cy="37814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5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5.xml"/><Relationship Id="rId5" Type="http://schemas.openxmlformats.org/officeDocument/2006/relationships/image" Target="../media/image4.png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328726" y="228600"/>
            <a:ext cx="180975" cy="193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100" b="1" spc="-25" dirty="0">
                <a:solidFill>
                  <a:srgbClr val="FFFFFF"/>
                </a:solidFill>
                <a:latin typeface="Arial"/>
                <a:cs typeface="Arial"/>
              </a:rPr>
              <a:t>02</a:t>
            </a:r>
            <a:endParaRPr sz="1100">
              <a:latin typeface="Arial"/>
              <a:cs typeface="Arial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825500" y="190500"/>
            <a:ext cx="2644140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b="1" dirty="0">
                <a:solidFill>
                  <a:srgbClr val="FFFFFF"/>
                </a:solidFill>
                <a:latin typeface="Arial"/>
                <a:cs typeface="Arial"/>
              </a:rPr>
              <a:t>Order</a:t>
            </a:r>
            <a:r>
              <a:rPr sz="1400" b="1" spc="-2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400" b="1" dirty="0">
                <a:solidFill>
                  <a:srgbClr val="FFFFFF"/>
                </a:solidFill>
                <a:latin typeface="Arial"/>
                <a:cs typeface="Arial"/>
              </a:rPr>
              <a:t>&amp;</a:t>
            </a:r>
            <a:r>
              <a:rPr sz="1400" b="1" spc="-1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400" b="1" dirty="0">
                <a:solidFill>
                  <a:srgbClr val="FFFFFF"/>
                </a:solidFill>
                <a:latin typeface="Arial"/>
                <a:cs typeface="Arial"/>
              </a:rPr>
              <a:t>Approval</a:t>
            </a:r>
            <a:r>
              <a:rPr sz="1400" b="1" spc="-1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400" b="1" spc="-10" dirty="0">
                <a:solidFill>
                  <a:srgbClr val="FFFFFF"/>
                </a:solidFill>
                <a:latin typeface="Arial"/>
                <a:cs typeface="Arial"/>
              </a:rPr>
              <a:t>Management</a:t>
            </a:r>
            <a:endParaRPr sz="1400">
              <a:latin typeface="Arial"/>
              <a:cs typeface="Arial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6718300" y="260350"/>
            <a:ext cx="3840331" cy="25904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600" dirty="0">
                <a:solidFill>
                  <a:srgbClr val="8AB8CC"/>
                </a:solidFill>
                <a:latin typeface="Arial MT"/>
                <a:cs typeface="Arial MT"/>
              </a:rPr>
              <a:t>BulkCart</a:t>
            </a:r>
            <a:r>
              <a:rPr sz="1600" spc="210" dirty="0">
                <a:solidFill>
                  <a:srgbClr val="8AB8CC"/>
                </a:solidFill>
                <a:latin typeface="Arial MT"/>
                <a:cs typeface="Arial MT"/>
              </a:rPr>
              <a:t> </a:t>
            </a:r>
            <a:r>
              <a:rPr sz="1600" dirty="0">
                <a:solidFill>
                  <a:srgbClr val="8AB8CC"/>
                </a:solidFill>
                <a:latin typeface="Arial MT"/>
                <a:cs typeface="Arial MT"/>
              </a:rPr>
              <a:t>·</a:t>
            </a:r>
            <a:r>
              <a:rPr sz="1600" spc="210" dirty="0">
                <a:solidFill>
                  <a:srgbClr val="8AB8CC"/>
                </a:solidFill>
                <a:latin typeface="Arial MT"/>
                <a:cs typeface="Arial MT"/>
              </a:rPr>
              <a:t> </a:t>
            </a:r>
            <a:r>
              <a:rPr sz="1600" dirty="0">
                <a:solidFill>
                  <a:srgbClr val="8AB8CC"/>
                </a:solidFill>
                <a:latin typeface="Arial MT"/>
                <a:cs typeface="Arial MT"/>
              </a:rPr>
              <a:t>UML</a:t>
            </a:r>
            <a:r>
              <a:rPr sz="1600" spc="-15" dirty="0">
                <a:solidFill>
                  <a:srgbClr val="8AB8CC"/>
                </a:solidFill>
                <a:latin typeface="Arial MT"/>
                <a:cs typeface="Arial MT"/>
              </a:rPr>
              <a:t> </a:t>
            </a:r>
            <a:r>
              <a:rPr sz="1600" dirty="0">
                <a:solidFill>
                  <a:srgbClr val="8AB8CC"/>
                </a:solidFill>
                <a:latin typeface="Arial MT"/>
                <a:cs typeface="Arial MT"/>
              </a:rPr>
              <a:t>Use</a:t>
            </a:r>
            <a:r>
              <a:rPr sz="1600" spc="-10" dirty="0">
                <a:solidFill>
                  <a:srgbClr val="8AB8CC"/>
                </a:solidFill>
                <a:latin typeface="Arial MT"/>
                <a:cs typeface="Arial MT"/>
              </a:rPr>
              <a:t> </a:t>
            </a:r>
            <a:r>
              <a:rPr sz="1600" dirty="0">
                <a:solidFill>
                  <a:srgbClr val="8AB8CC"/>
                </a:solidFill>
                <a:latin typeface="Arial MT"/>
                <a:cs typeface="Arial MT"/>
              </a:rPr>
              <a:t>Case</a:t>
            </a:r>
            <a:r>
              <a:rPr sz="1600" spc="-15" dirty="0">
                <a:solidFill>
                  <a:srgbClr val="8AB8CC"/>
                </a:solidFill>
                <a:latin typeface="Arial MT"/>
                <a:cs typeface="Arial MT"/>
              </a:rPr>
              <a:t> </a:t>
            </a:r>
            <a:r>
              <a:rPr sz="1600" spc="-10" dirty="0">
                <a:solidFill>
                  <a:srgbClr val="8AB8CC"/>
                </a:solidFill>
                <a:latin typeface="Arial MT"/>
                <a:cs typeface="Arial MT"/>
              </a:rPr>
              <a:t>Diagram</a:t>
            </a:r>
            <a:endParaRPr sz="1600" dirty="0">
              <a:latin typeface="Arial MT"/>
              <a:cs typeface="Arial MT"/>
            </a:endParaRPr>
          </a:p>
        </p:txBody>
      </p:sp>
      <p:grpSp>
        <p:nvGrpSpPr>
          <p:cNvPr id="5" name="object 5"/>
          <p:cNvGrpSpPr/>
          <p:nvPr/>
        </p:nvGrpSpPr>
        <p:grpSpPr>
          <a:xfrm>
            <a:off x="1960879" y="728979"/>
            <a:ext cx="6770370" cy="6178550"/>
            <a:chOff x="1960879" y="728979"/>
            <a:chExt cx="6770370" cy="6178550"/>
          </a:xfrm>
        </p:grpSpPr>
        <p:sp>
          <p:nvSpPr>
            <p:cNvPr id="6" name="object 6"/>
            <p:cNvSpPr/>
            <p:nvPr/>
          </p:nvSpPr>
          <p:spPr>
            <a:xfrm>
              <a:off x="1968499" y="736599"/>
              <a:ext cx="6755130" cy="6163310"/>
            </a:xfrm>
            <a:custGeom>
              <a:avLst/>
              <a:gdLst/>
              <a:ahLst/>
              <a:cxnLst/>
              <a:rect l="l" t="t" r="r" b="b"/>
              <a:pathLst>
                <a:path w="6755130" h="6163309">
                  <a:moveTo>
                    <a:pt x="6755000" y="0"/>
                  </a:moveTo>
                  <a:lnTo>
                    <a:pt x="0" y="0"/>
                  </a:lnTo>
                  <a:lnTo>
                    <a:pt x="0" y="6163000"/>
                  </a:lnTo>
                  <a:lnTo>
                    <a:pt x="6755000" y="6163000"/>
                  </a:lnTo>
                  <a:lnTo>
                    <a:pt x="6755000" y="0"/>
                  </a:lnTo>
                  <a:close/>
                </a:path>
              </a:pathLst>
            </a:custGeom>
            <a:solidFill>
              <a:srgbClr val="E8F4F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1968499" y="736599"/>
              <a:ext cx="6755130" cy="6163310"/>
            </a:xfrm>
            <a:custGeom>
              <a:avLst/>
              <a:gdLst/>
              <a:ahLst/>
              <a:cxnLst/>
              <a:rect l="l" t="t" r="r" b="b"/>
              <a:pathLst>
                <a:path w="6755130" h="6163309">
                  <a:moveTo>
                    <a:pt x="0" y="6163000"/>
                  </a:moveTo>
                  <a:lnTo>
                    <a:pt x="6755000" y="6163000"/>
                  </a:lnTo>
                  <a:lnTo>
                    <a:pt x="6755000" y="0"/>
                  </a:lnTo>
                  <a:lnTo>
                    <a:pt x="0" y="0"/>
                  </a:lnTo>
                  <a:lnTo>
                    <a:pt x="0" y="6163000"/>
                  </a:lnTo>
                  <a:close/>
                </a:path>
              </a:pathLst>
            </a:custGeom>
            <a:ln w="15240">
              <a:solidFill>
                <a:srgbClr val="8AAFC3"/>
              </a:solidFill>
              <a:prstDash val="sys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9" name="object 9"/>
          <p:cNvGrpSpPr/>
          <p:nvPr/>
        </p:nvGrpSpPr>
        <p:grpSpPr>
          <a:xfrm>
            <a:off x="725169" y="1230629"/>
            <a:ext cx="6184265" cy="5154930"/>
            <a:chOff x="725169" y="1230629"/>
            <a:chExt cx="6184265" cy="5154930"/>
          </a:xfrm>
        </p:grpSpPr>
        <p:sp>
          <p:nvSpPr>
            <p:cNvPr id="10" name="object 10"/>
            <p:cNvSpPr/>
            <p:nvPr/>
          </p:nvSpPr>
          <p:spPr>
            <a:xfrm>
              <a:off x="3796600" y="1244599"/>
              <a:ext cx="3098800" cy="558800"/>
            </a:xfrm>
            <a:custGeom>
              <a:avLst/>
              <a:gdLst/>
              <a:ahLst/>
              <a:cxnLst/>
              <a:rect l="l" t="t" r="r" b="b"/>
              <a:pathLst>
                <a:path w="3098800" h="558800">
                  <a:moveTo>
                    <a:pt x="1549400" y="0"/>
                  </a:moveTo>
                  <a:lnTo>
                    <a:pt x="1474330" y="322"/>
                  </a:lnTo>
                  <a:lnTo>
                    <a:pt x="1400182" y="1279"/>
                  </a:lnTo>
                  <a:lnTo>
                    <a:pt x="1327037" y="2855"/>
                  </a:lnTo>
                  <a:lnTo>
                    <a:pt x="1254977" y="5037"/>
                  </a:lnTo>
                  <a:lnTo>
                    <a:pt x="1184083" y="7810"/>
                  </a:lnTo>
                  <a:lnTo>
                    <a:pt x="1114435" y="11159"/>
                  </a:lnTo>
                  <a:lnTo>
                    <a:pt x="1046115" y="15070"/>
                  </a:lnTo>
                  <a:lnTo>
                    <a:pt x="979204" y="19527"/>
                  </a:lnTo>
                  <a:lnTo>
                    <a:pt x="913784" y="24516"/>
                  </a:lnTo>
                  <a:lnTo>
                    <a:pt x="849935" y="30023"/>
                  </a:lnTo>
                  <a:lnTo>
                    <a:pt x="787738" y="36033"/>
                  </a:lnTo>
                  <a:lnTo>
                    <a:pt x="727275" y="42531"/>
                  </a:lnTo>
                  <a:lnTo>
                    <a:pt x="668627" y="49503"/>
                  </a:lnTo>
                  <a:lnTo>
                    <a:pt x="611876" y="56934"/>
                  </a:lnTo>
                  <a:lnTo>
                    <a:pt x="557101" y="64809"/>
                  </a:lnTo>
                  <a:lnTo>
                    <a:pt x="504385" y="73114"/>
                  </a:lnTo>
                  <a:lnTo>
                    <a:pt x="453808" y="81834"/>
                  </a:lnTo>
                  <a:lnTo>
                    <a:pt x="405452" y="90954"/>
                  </a:lnTo>
                  <a:lnTo>
                    <a:pt x="359398" y="100460"/>
                  </a:lnTo>
                  <a:lnTo>
                    <a:pt x="315727" y="110338"/>
                  </a:lnTo>
                  <a:lnTo>
                    <a:pt x="274520" y="120572"/>
                  </a:lnTo>
                  <a:lnTo>
                    <a:pt x="235858" y="131147"/>
                  </a:lnTo>
                  <a:lnTo>
                    <a:pt x="166496" y="153266"/>
                  </a:lnTo>
                  <a:lnTo>
                    <a:pt x="108288" y="176577"/>
                  </a:lnTo>
                  <a:lnTo>
                    <a:pt x="61886" y="200963"/>
                  </a:lnTo>
                  <a:lnTo>
                    <a:pt x="27937" y="226307"/>
                  </a:lnTo>
                  <a:lnTo>
                    <a:pt x="1786" y="265862"/>
                  </a:lnTo>
                  <a:lnTo>
                    <a:pt x="0" y="279400"/>
                  </a:lnTo>
                  <a:lnTo>
                    <a:pt x="1786" y="292937"/>
                  </a:lnTo>
                  <a:lnTo>
                    <a:pt x="27937" y="332492"/>
                  </a:lnTo>
                  <a:lnTo>
                    <a:pt x="61886" y="357836"/>
                  </a:lnTo>
                  <a:lnTo>
                    <a:pt x="108288" y="382222"/>
                  </a:lnTo>
                  <a:lnTo>
                    <a:pt x="166496" y="405533"/>
                  </a:lnTo>
                  <a:lnTo>
                    <a:pt x="235858" y="427652"/>
                  </a:lnTo>
                  <a:lnTo>
                    <a:pt x="274520" y="438227"/>
                  </a:lnTo>
                  <a:lnTo>
                    <a:pt x="315727" y="448461"/>
                  </a:lnTo>
                  <a:lnTo>
                    <a:pt x="359398" y="458339"/>
                  </a:lnTo>
                  <a:lnTo>
                    <a:pt x="405452" y="467845"/>
                  </a:lnTo>
                  <a:lnTo>
                    <a:pt x="453808" y="476965"/>
                  </a:lnTo>
                  <a:lnTo>
                    <a:pt x="504385" y="485685"/>
                  </a:lnTo>
                  <a:lnTo>
                    <a:pt x="557101" y="493990"/>
                  </a:lnTo>
                  <a:lnTo>
                    <a:pt x="611876" y="501865"/>
                  </a:lnTo>
                  <a:lnTo>
                    <a:pt x="668627" y="509296"/>
                  </a:lnTo>
                  <a:lnTo>
                    <a:pt x="727275" y="516268"/>
                  </a:lnTo>
                  <a:lnTo>
                    <a:pt x="787738" y="522766"/>
                  </a:lnTo>
                  <a:lnTo>
                    <a:pt x="849935" y="528776"/>
                  </a:lnTo>
                  <a:lnTo>
                    <a:pt x="913784" y="534283"/>
                  </a:lnTo>
                  <a:lnTo>
                    <a:pt x="979204" y="539272"/>
                  </a:lnTo>
                  <a:lnTo>
                    <a:pt x="1046115" y="543729"/>
                  </a:lnTo>
                  <a:lnTo>
                    <a:pt x="1114435" y="547640"/>
                  </a:lnTo>
                  <a:lnTo>
                    <a:pt x="1184083" y="550989"/>
                  </a:lnTo>
                  <a:lnTo>
                    <a:pt x="1254977" y="553762"/>
                  </a:lnTo>
                  <a:lnTo>
                    <a:pt x="1327037" y="555944"/>
                  </a:lnTo>
                  <a:lnTo>
                    <a:pt x="1400182" y="557520"/>
                  </a:lnTo>
                  <a:lnTo>
                    <a:pt x="1474330" y="558477"/>
                  </a:lnTo>
                  <a:lnTo>
                    <a:pt x="1549400" y="558800"/>
                  </a:lnTo>
                  <a:lnTo>
                    <a:pt x="1624469" y="558477"/>
                  </a:lnTo>
                  <a:lnTo>
                    <a:pt x="1698617" y="557520"/>
                  </a:lnTo>
                  <a:lnTo>
                    <a:pt x="1771761" y="555944"/>
                  </a:lnTo>
                  <a:lnTo>
                    <a:pt x="1843821" y="553762"/>
                  </a:lnTo>
                  <a:lnTo>
                    <a:pt x="1914716" y="550989"/>
                  </a:lnTo>
                  <a:lnTo>
                    <a:pt x="1984364" y="547640"/>
                  </a:lnTo>
                  <a:lnTo>
                    <a:pt x="2052683" y="543729"/>
                  </a:lnTo>
                  <a:lnTo>
                    <a:pt x="2119594" y="539272"/>
                  </a:lnTo>
                  <a:lnTo>
                    <a:pt x="2185015" y="534283"/>
                  </a:lnTo>
                  <a:lnTo>
                    <a:pt x="2248864" y="528776"/>
                  </a:lnTo>
                  <a:lnTo>
                    <a:pt x="2311060" y="522766"/>
                  </a:lnTo>
                  <a:lnTo>
                    <a:pt x="2371523" y="516268"/>
                  </a:lnTo>
                  <a:lnTo>
                    <a:pt x="2430171" y="509296"/>
                  </a:lnTo>
                  <a:lnTo>
                    <a:pt x="2486923" y="501865"/>
                  </a:lnTo>
                  <a:lnTo>
                    <a:pt x="2541698" y="493990"/>
                  </a:lnTo>
                  <a:lnTo>
                    <a:pt x="2594414" y="485685"/>
                  </a:lnTo>
                  <a:lnTo>
                    <a:pt x="2644991" y="476965"/>
                  </a:lnTo>
                  <a:lnTo>
                    <a:pt x="2693347" y="467845"/>
                  </a:lnTo>
                  <a:lnTo>
                    <a:pt x="2739401" y="458339"/>
                  </a:lnTo>
                  <a:lnTo>
                    <a:pt x="2783072" y="448461"/>
                  </a:lnTo>
                  <a:lnTo>
                    <a:pt x="2824279" y="438227"/>
                  </a:lnTo>
                  <a:lnTo>
                    <a:pt x="2862941" y="427652"/>
                  </a:lnTo>
                  <a:lnTo>
                    <a:pt x="2932303" y="405533"/>
                  </a:lnTo>
                  <a:lnTo>
                    <a:pt x="2990510" y="382222"/>
                  </a:lnTo>
                  <a:lnTo>
                    <a:pt x="3036913" y="357836"/>
                  </a:lnTo>
                  <a:lnTo>
                    <a:pt x="3070861" y="332492"/>
                  </a:lnTo>
                  <a:lnTo>
                    <a:pt x="3097013" y="292937"/>
                  </a:lnTo>
                  <a:lnTo>
                    <a:pt x="3098799" y="279400"/>
                  </a:lnTo>
                  <a:lnTo>
                    <a:pt x="3097013" y="265862"/>
                  </a:lnTo>
                  <a:lnTo>
                    <a:pt x="3070861" y="226307"/>
                  </a:lnTo>
                  <a:lnTo>
                    <a:pt x="3036913" y="200963"/>
                  </a:lnTo>
                  <a:lnTo>
                    <a:pt x="2990510" y="176577"/>
                  </a:lnTo>
                  <a:lnTo>
                    <a:pt x="2932303" y="153266"/>
                  </a:lnTo>
                  <a:lnTo>
                    <a:pt x="2862941" y="131147"/>
                  </a:lnTo>
                  <a:lnTo>
                    <a:pt x="2824279" y="120572"/>
                  </a:lnTo>
                  <a:lnTo>
                    <a:pt x="2783072" y="110338"/>
                  </a:lnTo>
                  <a:lnTo>
                    <a:pt x="2739401" y="100460"/>
                  </a:lnTo>
                  <a:lnTo>
                    <a:pt x="2693347" y="90954"/>
                  </a:lnTo>
                  <a:lnTo>
                    <a:pt x="2644991" y="81834"/>
                  </a:lnTo>
                  <a:lnTo>
                    <a:pt x="2594414" y="73114"/>
                  </a:lnTo>
                  <a:lnTo>
                    <a:pt x="2541698" y="64809"/>
                  </a:lnTo>
                  <a:lnTo>
                    <a:pt x="2486923" y="56934"/>
                  </a:lnTo>
                  <a:lnTo>
                    <a:pt x="2430171" y="49503"/>
                  </a:lnTo>
                  <a:lnTo>
                    <a:pt x="2371523" y="42531"/>
                  </a:lnTo>
                  <a:lnTo>
                    <a:pt x="2311060" y="36033"/>
                  </a:lnTo>
                  <a:lnTo>
                    <a:pt x="2248864" y="30023"/>
                  </a:lnTo>
                  <a:lnTo>
                    <a:pt x="2185015" y="24516"/>
                  </a:lnTo>
                  <a:lnTo>
                    <a:pt x="2119594" y="19527"/>
                  </a:lnTo>
                  <a:lnTo>
                    <a:pt x="2052683" y="15070"/>
                  </a:lnTo>
                  <a:lnTo>
                    <a:pt x="1984364" y="11159"/>
                  </a:lnTo>
                  <a:lnTo>
                    <a:pt x="1914716" y="7810"/>
                  </a:lnTo>
                  <a:lnTo>
                    <a:pt x="1843821" y="5037"/>
                  </a:lnTo>
                  <a:lnTo>
                    <a:pt x="1771761" y="2855"/>
                  </a:lnTo>
                  <a:lnTo>
                    <a:pt x="1698617" y="1279"/>
                  </a:lnTo>
                  <a:lnTo>
                    <a:pt x="1624469" y="322"/>
                  </a:lnTo>
                  <a:lnTo>
                    <a:pt x="1549400" y="0"/>
                  </a:lnTo>
                  <a:close/>
                </a:path>
              </a:pathLst>
            </a:custGeom>
            <a:solidFill>
              <a:srgbClr val="FFF2C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3796600" y="1244599"/>
              <a:ext cx="3098800" cy="558800"/>
            </a:xfrm>
            <a:custGeom>
              <a:avLst/>
              <a:gdLst/>
              <a:ahLst/>
              <a:cxnLst/>
              <a:rect l="l" t="t" r="r" b="b"/>
              <a:pathLst>
                <a:path w="3098800" h="558800">
                  <a:moveTo>
                    <a:pt x="3098799" y="279400"/>
                  </a:moveTo>
                  <a:lnTo>
                    <a:pt x="3082963" y="239301"/>
                  </a:lnTo>
                  <a:lnTo>
                    <a:pt x="3036913" y="200963"/>
                  </a:lnTo>
                  <a:lnTo>
                    <a:pt x="2990510" y="176577"/>
                  </a:lnTo>
                  <a:lnTo>
                    <a:pt x="2932303" y="153266"/>
                  </a:lnTo>
                  <a:lnTo>
                    <a:pt x="2862941" y="131147"/>
                  </a:lnTo>
                  <a:lnTo>
                    <a:pt x="2824279" y="120572"/>
                  </a:lnTo>
                  <a:lnTo>
                    <a:pt x="2783072" y="110338"/>
                  </a:lnTo>
                  <a:lnTo>
                    <a:pt x="2739401" y="100460"/>
                  </a:lnTo>
                  <a:lnTo>
                    <a:pt x="2693347" y="90954"/>
                  </a:lnTo>
                  <a:lnTo>
                    <a:pt x="2644991" y="81834"/>
                  </a:lnTo>
                  <a:lnTo>
                    <a:pt x="2594414" y="73114"/>
                  </a:lnTo>
                  <a:lnTo>
                    <a:pt x="2541698" y="64809"/>
                  </a:lnTo>
                  <a:lnTo>
                    <a:pt x="2486923" y="56934"/>
                  </a:lnTo>
                  <a:lnTo>
                    <a:pt x="2430171" y="49503"/>
                  </a:lnTo>
                  <a:lnTo>
                    <a:pt x="2371523" y="42531"/>
                  </a:lnTo>
                  <a:lnTo>
                    <a:pt x="2311060" y="36033"/>
                  </a:lnTo>
                  <a:lnTo>
                    <a:pt x="2248864" y="30023"/>
                  </a:lnTo>
                  <a:lnTo>
                    <a:pt x="2185015" y="24516"/>
                  </a:lnTo>
                  <a:lnTo>
                    <a:pt x="2119594" y="19527"/>
                  </a:lnTo>
                  <a:lnTo>
                    <a:pt x="2052683" y="15070"/>
                  </a:lnTo>
                  <a:lnTo>
                    <a:pt x="1984364" y="11159"/>
                  </a:lnTo>
                  <a:lnTo>
                    <a:pt x="1914716" y="7810"/>
                  </a:lnTo>
                  <a:lnTo>
                    <a:pt x="1843821" y="5037"/>
                  </a:lnTo>
                  <a:lnTo>
                    <a:pt x="1771761" y="2855"/>
                  </a:lnTo>
                  <a:lnTo>
                    <a:pt x="1698617" y="1279"/>
                  </a:lnTo>
                  <a:lnTo>
                    <a:pt x="1624469" y="322"/>
                  </a:lnTo>
                  <a:lnTo>
                    <a:pt x="1549400" y="0"/>
                  </a:lnTo>
                  <a:lnTo>
                    <a:pt x="1474330" y="322"/>
                  </a:lnTo>
                  <a:lnTo>
                    <a:pt x="1400182" y="1279"/>
                  </a:lnTo>
                  <a:lnTo>
                    <a:pt x="1327037" y="2855"/>
                  </a:lnTo>
                  <a:lnTo>
                    <a:pt x="1254977" y="5037"/>
                  </a:lnTo>
                  <a:lnTo>
                    <a:pt x="1184083" y="7810"/>
                  </a:lnTo>
                  <a:lnTo>
                    <a:pt x="1114435" y="11159"/>
                  </a:lnTo>
                  <a:lnTo>
                    <a:pt x="1046115" y="15070"/>
                  </a:lnTo>
                  <a:lnTo>
                    <a:pt x="979204" y="19527"/>
                  </a:lnTo>
                  <a:lnTo>
                    <a:pt x="913784" y="24516"/>
                  </a:lnTo>
                  <a:lnTo>
                    <a:pt x="849935" y="30023"/>
                  </a:lnTo>
                  <a:lnTo>
                    <a:pt x="787738" y="36033"/>
                  </a:lnTo>
                  <a:lnTo>
                    <a:pt x="727275" y="42531"/>
                  </a:lnTo>
                  <a:lnTo>
                    <a:pt x="668627" y="49503"/>
                  </a:lnTo>
                  <a:lnTo>
                    <a:pt x="611876" y="56934"/>
                  </a:lnTo>
                  <a:lnTo>
                    <a:pt x="557101" y="64809"/>
                  </a:lnTo>
                  <a:lnTo>
                    <a:pt x="504385" y="73114"/>
                  </a:lnTo>
                  <a:lnTo>
                    <a:pt x="453808" y="81834"/>
                  </a:lnTo>
                  <a:lnTo>
                    <a:pt x="405452" y="90954"/>
                  </a:lnTo>
                  <a:lnTo>
                    <a:pt x="359398" y="100460"/>
                  </a:lnTo>
                  <a:lnTo>
                    <a:pt x="315727" y="110338"/>
                  </a:lnTo>
                  <a:lnTo>
                    <a:pt x="274520" y="120572"/>
                  </a:lnTo>
                  <a:lnTo>
                    <a:pt x="235858" y="131147"/>
                  </a:lnTo>
                  <a:lnTo>
                    <a:pt x="166496" y="153266"/>
                  </a:lnTo>
                  <a:lnTo>
                    <a:pt x="108288" y="176577"/>
                  </a:lnTo>
                  <a:lnTo>
                    <a:pt x="61886" y="200963"/>
                  </a:lnTo>
                  <a:lnTo>
                    <a:pt x="27937" y="226307"/>
                  </a:lnTo>
                  <a:lnTo>
                    <a:pt x="1786" y="265862"/>
                  </a:lnTo>
                  <a:lnTo>
                    <a:pt x="0" y="279400"/>
                  </a:lnTo>
                  <a:lnTo>
                    <a:pt x="1786" y="292937"/>
                  </a:lnTo>
                  <a:lnTo>
                    <a:pt x="27937" y="332492"/>
                  </a:lnTo>
                  <a:lnTo>
                    <a:pt x="61886" y="357836"/>
                  </a:lnTo>
                  <a:lnTo>
                    <a:pt x="108288" y="382222"/>
                  </a:lnTo>
                  <a:lnTo>
                    <a:pt x="166496" y="405533"/>
                  </a:lnTo>
                  <a:lnTo>
                    <a:pt x="235858" y="427652"/>
                  </a:lnTo>
                  <a:lnTo>
                    <a:pt x="274520" y="438227"/>
                  </a:lnTo>
                  <a:lnTo>
                    <a:pt x="315727" y="448461"/>
                  </a:lnTo>
                  <a:lnTo>
                    <a:pt x="359398" y="458339"/>
                  </a:lnTo>
                  <a:lnTo>
                    <a:pt x="405452" y="467845"/>
                  </a:lnTo>
                  <a:lnTo>
                    <a:pt x="453808" y="476965"/>
                  </a:lnTo>
                  <a:lnTo>
                    <a:pt x="504385" y="485685"/>
                  </a:lnTo>
                  <a:lnTo>
                    <a:pt x="557101" y="493990"/>
                  </a:lnTo>
                  <a:lnTo>
                    <a:pt x="611876" y="501865"/>
                  </a:lnTo>
                  <a:lnTo>
                    <a:pt x="668627" y="509296"/>
                  </a:lnTo>
                  <a:lnTo>
                    <a:pt x="727275" y="516268"/>
                  </a:lnTo>
                  <a:lnTo>
                    <a:pt x="787738" y="522766"/>
                  </a:lnTo>
                  <a:lnTo>
                    <a:pt x="849935" y="528776"/>
                  </a:lnTo>
                  <a:lnTo>
                    <a:pt x="913784" y="534283"/>
                  </a:lnTo>
                  <a:lnTo>
                    <a:pt x="979204" y="539272"/>
                  </a:lnTo>
                  <a:lnTo>
                    <a:pt x="1046115" y="543729"/>
                  </a:lnTo>
                  <a:lnTo>
                    <a:pt x="1114435" y="547640"/>
                  </a:lnTo>
                  <a:lnTo>
                    <a:pt x="1184083" y="550989"/>
                  </a:lnTo>
                  <a:lnTo>
                    <a:pt x="1254977" y="553762"/>
                  </a:lnTo>
                  <a:lnTo>
                    <a:pt x="1327037" y="555944"/>
                  </a:lnTo>
                  <a:lnTo>
                    <a:pt x="1400182" y="557520"/>
                  </a:lnTo>
                  <a:lnTo>
                    <a:pt x="1474330" y="558477"/>
                  </a:lnTo>
                  <a:lnTo>
                    <a:pt x="1549400" y="558800"/>
                  </a:lnTo>
                  <a:lnTo>
                    <a:pt x="1624469" y="558477"/>
                  </a:lnTo>
                  <a:lnTo>
                    <a:pt x="1698617" y="557520"/>
                  </a:lnTo>
                  <a:lnTo>
                    <a:pt x="1771761" y="555944"/>
                  </a:lnTo>
                  <a:lnTo>
                    <a:pt x="1843821" y="553762"/>
                  </a:lnTo>
                  <a:lnTo>
                    <a:pt x="1914716" y="550989"/>
                  </a:lnTo>
                  <a:lnTo>
                    <a:pt x="1984364" y="547640"/>
                  </a:lnTo>
                  <a:lnTo>
                    <a:pt x="2052683" y="543729"/>
                  </a:lnTo>
                  <a:lnTo>
                    <a:pt x="2119594" y="539272"/>
                  </a:lnTo>
                  <a:lnTo>
                    <a:pt x="2185015" y="534283"/>
                  </a:lnTo>
                  <a:lnTo>
                    <a:pt x="2248864" y="528776"/>
                  </a:lnTo>
                  <a:lnTo>
                    <a:pt x="2311060" y="522766"/>
                  </a:lnTo>
                  <a:lnTo>
                    <a:pt x="2371523" y="516268"/>
                  </a:lnTo>
                  <a:lnTo>
                    <a:pt x="2430171" y="509296"/>
                  </a:lnTo>
                  <a:lnTo>
                    <a:pt x="2486923" y="501865"/>
                  </a:lnTo>
                  <a:lnTo>
                    <a:pt x="2541698" y="493990"/>
                  </a:lnTo>
                  <a:lnTo>
                    <a:pt x="2594414" y="485685"/>
                  </a:lnTo>
                  <a:lnTo>
                    <a:pt x="2644991" y="476965"/>
                  </a:lnTo>
                  <a:lnTo>
                    <a:pt x="2693347" y="467845"/>
                  </a:lnTo>
                  <a:lnTo>
                    <a:pt x="2739401" y="458339"/>
                  </a:lnTo>
                  <a:lnTo>
                    <a:pt x="2783072" y="448461"/>
                  </a:lnTo>
                  <a:lnTo>
                    <a:pt x="2824279" y="438227"/>
                  </a:lnTo>
                  <a:lnTo>
                    <a:pt x="2862941" y="427652"/>
                  </a:lnTo>
                  <a:lnTo>
                    <a:pt x="2932303" y="405533"/>
                  </a:lnTo>
                  <a:lnTo>
                    <a:pt x="2990510" y="382222"/>
                  </a:lnTo>
                  <a:lnTo>
                    <a:pt x="3036913" y="357836"/>
                  </a:lnTo>
                  <a:lnTo>
                    <a:pt x="3070861" y="332492"/>
                  </a:lnTo>
                  <a:lnTo>
                    <a:pt x="3097013" y="292937"/>
                  </a:lnTo>
                  <a:lnTo>
                    <a:pt x="3098799" y="279400"/>
                  </a:lnTo>
                </a:path>
              </a:pathLst>
            </a:custGeom>
            <a:ln w="27940">
              <a:solidFill>
                <a:srgbClr val="E695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3796600" y="2006599"/>
              <a:ext cx="3098800" cy="558800"/>
            </a:xfrm>
            <a:custGeom>
              <a:avLst/>
              <a:gdLst/>
              <a:ahLst/>
              <a:cxnLst/>
              <a:rect l="l" t="t" r="r" b="b"/>
              <a:pathLst>
                <a:path w="3098800" h="558800">
                  <a:moveTo>
                    <a:pt x="1549400" y="0"/>
                  </a:moveTo>
                  <a:lnTo>
                    <a:pt x="1474330" y="322"/>
                  </a:lnTo>
                  <a:lnTo>
                    <a:pt x="1400182" y="1279"/>
                  </a:lnTo>
                  <a:lnTo>
                    <a:pt x="1327037" y="2855"/>
                  </a:lnTo>
                  <a:lnTo>
                    <a:pt x="1254977" y="5037"/>
                  </a:lnTo>
                  <a:lnTo>
                    <a:pt x="1184083" y="7810"/>
                  </a:lnTo>
                  <a:lnTo>
                    <a:pt x="1114435" y="11159"/>
                  </a:lnTo>
                  <a:lnTo>
                    <a:pt x="1046115" y="15070"/>
                  </a:lnTo>
                  <a:lnTo>
                    <a:pt x="979204" y="19527"/>
                  </a:lnTo>
                  <a:lnTo>
                    <a:pt x="913784" y="24516"/>
                  </a:lnTo>
                  <a:lnTo>
                    <a:pt x="849935" y="30023"/>
                  </a:lnTo>
                  <a:lnTo>
                    <a:pt x="787738" y="36033"/>
                  </a:lnTo>
                  <a:lnTo>
                    <a:pt x="727275" y="42531"/>
                  </a:lnTo>
                  <a:lnTo>
                    <a:pt x="668627" y="49503"/>
                  </a:lnTo>
                  <a:lnTo>
                    <a:pt x="611876" y="56934"/>
                  </a:lnTo>
                  <a:lnTo>
                    <a:pt x="557101" y="64809"/>
                  </a:lnTo>
                  <a:lnTo>
                    <a:pt x="504385" y="73114"/>
                  </a:lnTo>
                  <a:lnTo>
                    <a:pt x="453808" y="81834"/>
                  </a:lnTo>
                  <a:lnTo>
                    <a:pt x="405452" y="90954"/>
                  </a:lnTo>
                  <a:lnTo>
                    <a:pt x="359398" y="100460"/>
                  </a:lnTo>
                  <a:lnTo>
                    <a:pt x="315727" y="110338"/>
                  </a:lnTo>
                  <a:lnTo>
                    <a:pt x="274520" y="120572"/>
                  </a:lnTo>
                  <a:lnTo>
                    <a:pt x="235858" y="131147"/>
                  </a:lnTo>
                  <a:lnTo>
                    <a:pt x="166496" y="153266"/>
                  </a:lnTo>
                  <a:lnTo>
                    <a:pt x="108288" y="176577"/>
                  </a:lnTo>
                  <a:lnTo>
                    <a:pt x="61886" y="200963"/>
                  </a:lnTo>
                  <a:lnTo>
                    <a:pt x="27937" y="226307"/>
                  </a:lnTo>
                  <a:lnTo>
                    <a:pt x="1786" y="265862"/>
                  </a:lnTo>
                  <a:lnTo>
                    <a:pt x="0" y="279400"/>
                  </a:lnTo>
                  <a:lnTo>
                    <a:pt x="1786" y="292937"/>
                  </a:lnTo>
                  <a:lnTo>
                    <a:pt x="27937" y="332492"/>
                  </a:lnTo>
                  <a:lnTo>
                    <a:pt x="61886" y="357836"/>
                  </a:lnTo>
                  <a:lnTo>
                    <a:pt x="108288" y="382222"/>
                  </a:lnTo>
                  <a:lnTo>
                    <a:pt x="166496" y="405533"/>
                  </a:lnTo>
                  <a:lnTo>
                    <a:pt x="235858" y="427652"/>
                  </a:lnTo>
                  <a:lnTo>
                    <a:pt x="274520" y="438227"/>
                  </a:lnTo>
                  <a:lnTo>
                    <a:pt x="315727" y="448461"/>
                  </a:lnTo>
                  <a:lnTo>
                    <a:pt x="359398" y="458339"/>
                  </a:lnTo>
                  <a:lnTo>
                    <a:pt x="405452" y="467845"/>
                  </a:lnTo>
                  <a:lnTo>
                    <a:pt x="453808" y="476965"/>
                  </a:lnTo>
                  <a:lnTo>
                    <a:pt x="504385" y="485685"/>
                  </a:lnTo>
                  <a:lnTo>
                    <a:pt x="557101" y="493990"/>
                  </a:lnTo>
                  <a:lnTo>
                    <a:pt x="611876" y="501865"/>
                  </a:lnTo>
                  <a:lnTo>
                    <a:pt x="668627" y="509296"/>
                  </a:lnTo>
                  <a:lnTo>
                    <a:pt x="727275" y="516268"/>
                  </a:lnTo>
                  <a:lnTo>
                    <a:pt x="787738" y="522766"/>
                  </a:lnTo>
                  <a:lnTo>
                    <a:pt x="849935" y="528776"/>
                  </a:lnTo>
                  <a:lnTo>
                    <a:pt x="913784" y="534283"/>
                  </a:lnTo>
                  <a:lnTo>
                    <a:pt x="979204" y="539272"/>
                  </a:lnTo>
                  <a:lnTo>
                    <a:pt x="1046115" y="543729"/>
                  </a:lnTo>
                  <a:lnTo>
                    <a:pt x="1114435" y="547640"/>
                  </a:lnTo>
                  <a:lnTo>
                    <a:pt x="1184083" y="550989"/>
                  </a:lnTo>
                  <a:lnTo>
                    <a:pt x="1254977" y="553762"/>
                  </a:lnTo>
                  <a:lnTo>
                    <a:pt x="1327037" y="555944"/>
                  </a:lnTo>
                  <a:lnTo>
                    <a:pt x="1400182" y="557520"/>
                  </a:lnTo>
                  <a:lnTo>
                    <a:pt x="1474330" y="558477"/>
                  </a:lnTo>
                  <a:lnTo>
                    <a:pt x="1549400" y="558800"/>
                  </a:lnTo>
                  <a:lnTo>
                    <a:pt x="1624469" y="558477"/>
                  </a:lnTo>
                  <a:lnTo>
                    <a:pt x="1698617" y="557520"/>
                  </a:lnTo>
                  <a:lnTo>
                    <a:pt x="1771761" y="555944"/>
                  </a:lnTo>
                  <a:lnTo>
                    <a:pt x="1843821" y="553762"/>
                  </a:lnTo>
                  <a:lnTo>
                    <a:pt x="1914716" y="550989"/>
                  </a:lnTo>
                  <a:lnTo>
                    <a:pt x="1984364" y="547640"/>
                  </a:lnTo>
                  <a:lnTo>
                    <a:pt x="2052683" y="543729"/>
                  </a:lnTo>
                  <a:lnTo>
                    <a:pt x="2119594" y="539272"/>
                  </a:lnTo>
                  <a:lnTo>
                    <a:pt x="2185015" y="534283"/>
                  </a:lnTo>
                  <a:lnTo>
                    <a:pt x="2248864" y="528776"/>
                  </a:lnTo>
                  <a:lnTo>
                    <a:pt x="2311060" y="522766"/>
                  </a:lnTo>
                  <a:lnTo>
                    <a:pt x="2371523" y="516268"/>
                  </a:lnTo>
                  <a:lnTo>
                    <a:pt x="2430171" y="509296"/>
                  </a:lnTo>
                  <a:lnTo>
                    <a:pt x="2486923" y="501865"/>
                  </a:lnTo>
                  <a:lnTo>
                    <a:pt x="2541698" y="493990"/>
                  </a:lnTo>
                  <a:lnTo>
                    <a:pt x="2594414" y="485685"/>
                  </a:lnTo>
                  <a:lnTo>
                    <a:pt x="2644991" y="476965"/>
                  </a:lnTo>
                  <a:lnTo>
                    <a:pt x="2693347" y="467845"/>
                  </a:lnTo>
                  <a:lnTo>
                    <a:pt x="2739401" y="458339"/>
                  </a:lnTo>
                  <a:lnTo>
                    <a:pt x="2783072" y="448461"/>
                  </a:lnTo>
                  <a:lnTo>
                    <a:pt x="2824279" y="438227"/>
                  </a:lnTo>
                  <a:lnTo>
                    <a:pt x="2862941" y="427652"/>
                  </a:lnTo>
                  <a:lnTo>
                    <a:pt x="2932303" y="405533"/>
                  </a:lnTo>
                  <a:lnTo>
                    <a:pt x="2990510" y="382222"/>
                  </a:lnTo>
                  <a:lnTo>
                    <a:pt x="3036913" y="357836"/>
                  </a:lnTo>
                  <a:lnTo>
                    <a:pt x="3070861" y="332492"/>
                  </a:lnTo>
                  <a:lnTo>
                    <a:pt x="3097013" y="292937"/>
                  </a:lnTo>
                  <a:lnTo>
                    <a:pt x="3098799" y="279400"/>
                  </a:lnTo>
                  <a:lnTo>
                    <a:pt x="3097013" y="265862"/>
                  </a:lnTo>
                  <a:lnTo>
                    <a:pt x="3070861" y="226307"/>
                  </a:lnTo>
                  <a:lnTo>
                    <a:pt x="3036913" y="200963"/>
                  </a:lnTo>
                  <a:lnTo>
                    <a:pt x="2990510" y="176577"/>
                  </a:lnTo>
                  <a:lnTo>
                    <a:pt x="2932303" y="153266"/>
                  </a:lnTo>
                  <a:lnTo>
                    <a:pt x="2862941" y="131147"/>
                  </a:lnTo>
                  <a:lnTo>
                    <a:pt x="2824279" y="120572"/>
                  </a:lnTo>
                  <a:lnTo>
                    <a:pt x="2783072" y="110338"/>
                  </a:lnTo>
                  <a:lnTo>
                    <a:pt x="2739401" y="100460"/>
                  </a:lnTo>
                  <a:lnTo>
                    <a:pt x="2693347" y="90954"/>
                  </a:lnTo>
                  <a:lnTo>
                    <a:pt x="2644991" y="81834"/>
                  </a:lnTo>
                  <a:lnTo>
                    <a:pt x="2594414" y="73114"/>
                  </a:lnTo>
                  <a:lnTo>
                    <a:pt x="2541698" y="64809"/>
                  </a:lnTo>
                  <a:lnTo>
                    <a:pt x="2486923" y="56934"/>
                  </a:lnTo>
                  <a:lnTo>
                    <a:pt x="2430171" y="49503"/>
                  </a:lnTo>
                  <a:lnTo>
                    <a:pt x="2371523" y="42531"/>
                  </a:lnTo>
                  <a:lnTo>
                    <a:pt x="2311060" y="36033"/>
                  </a:lnTo>
                  <a:lnTo>
                    <a:pt x="2248864" y="30023"/>
                  </a:lnTo>
                  <a:lnTo>
                    <a:pt x="2185015" y="24516"/>
                  </a:lnTo>
                  <a:lnTo>
                    <a:pt x="2119594" y="19527"/>
                  </a:lnTo>
                  <a:lnTo>
                    <a:pt x="2052683" y="15070"/>
                  </a:lnTo>
                  <a:lnTo>
                    <a:pt x="1984364" y="11159"/>
                  </a:lnTo>
                  <a:lnTo>
                    <a:pt x="1914716" y="7810"/>
                  </a:lnTo>
                  <a:lnTo>
                    <a:pt x="1843821" y="5037"/>
                  </a:lnTo>
                  <a:lnTo>
                    <a:pt x="1771761" y="2855"/>
                  </a:lnTo>
                  <a:lnTo>
                    <a:pt x="1698617" y="1279"/>
                  </a:lnTo>
                  <a:lnTo>
                    <a:pt x="1624469" y="322"/>
                  </a:lnTo>
                  <a:lnTo>
                    <a:pt x="1549400" y="0"/>
                  </a:lnTo>
                  <a:close/>
                </a:path>
              </a:pathLst>
            </a:custGeom>
            <a:solidFill>
              <a:srgbClr val="FFF2C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3796600" y="2006599"/>
              <a:ext cx="3098800" cy="558800"/>
            </a:xfrm>
            <a:custGeom>
              <a:avLst/>
              <a:gdLst/>
              <a:ahLst/>
              <a:cxnLst/>
              <a:rect l="l" t="t" r="r" b="b"/>
              <a:pathLst>
                <a:path w="3098800" h="558800">
                  <a:moveTo>
                    <a:pt x="3098799" y="279400"/>
                  </a:moveTo>
                  <a:lnTo>
                    <a:pt x="3082963" y="239301"/>
                  </a:lnTo>
                  <a:lnTo>
                    <a:pt x="3036913" y="200963"/>
                  </a:lnTo>
                  <a:lnTo>
                    <a:pt x="2990510" y="176577"/>
                  </a:lnTo>
                  <a:lnTo>
                    <a:pt x="2932303" y="153266"/>
                  </a:lnTo>
                  <a:lnTo>
                    <a:pt x="2862941" y="131147"/>
                  </a:lnTo>
                  <a:lnTo>
                    <a:pt x="2824279" y="120572"/>
                  </a:lnTo>
                  <a:lnTo>
                    <a:pt x="2783072" y="110338"/>
                  </a:lnTo>
                  <a:lnTo>
                    <a:pt x="2739401" y="100460"/>
                  </a:lnTo>
                  <a:lnTo>
                    <a:pt x="2693347" y="90954"/>
                  </a:lnTo>
                  <a:lnTo>
                    <a:pt x="2644991" y="81834"/>
                  </a:lnTo>
                  <a:lnTo>
                    <a:pt x="2594414" y="73114"/>
                  </a:lnTo>
                  <a:lnTo>
                    <a:pt x="2541698" y="64809"/>
                  </a:lnTo>
                  <a:lnTo>
                    <a:pt x="2486923" y="56934"/>
                  </a:lnTo>
                  <a:lnTo>
                    <a:pt x="2430171" y="49503"/>
                  </a:lnTo>
                  <a:lnTo>
                    <a:pt x="2371523" y="42531"/>
                  </a:lnTo>
                  <a:lnTo>
                    <a:pt x="2311060" y="36033"/>
                  </a:lnTo>
                  <a:lnTo>
                    <a:pt x="2248864" y="30023"/>
                  </a:lnTo>
                  <a:lnTo>
                    <a:pt x="2185015" y="24516"/>
                  </a:lnTo>
                  <a:lnTo>
                    <a:pt x="2119594" y="19527"/>
                  </a:lnTo>
                  <a:lnTo>
                    <a:pt x="2052683" y="15070"/>
                  </a:lnTo>
                  <a:lnTo>
                    <a:pt x="1984364" y="11159"/>
                  </a:lnTo>
                  <a:lnTo>
                    <a:pt x="1914716" y="7810"/>
                  </a:lnTo>
                  <a:lnTo>
                    <a:pt x="1843821" y="5037"/>
                  </a:lnTo>
                  <a:lnTo>
                    <a:pt x="1771761" y="2855"/>
                  </a:lnTo>
                  <a:lnTo>
                    <a:pt x="1698617" y="1279"/>
                  </a:lnTo>
                  <a:lnTo>
                    <a:pt x="1624469" y="322"/>
                  </a:lnTo>
                  <a:lnTo>
                    <a:pt x="1549400" y="0"/>
                  </a:lnTo>
                  <a:lnTo>
                    <a:pt x="1474330" y="322"/>
                  </a:lnTo>
                  <a:lnTo>
                    <a:pt x="1400182" y="1279"/>
                  </a:lnTo>
                  <a:lnTo>
                    <a:pt x="1327037" y="2855"/>
                  </a:lnTo>
                  <a:lnTo>
                    <a:pt x="1254977" y="5037"/>
                  </a:lnTo>
                  <a:lnTo>
                    <a:pt x="1184083" y="7810"/>
                  </a:lnTo>
                  <a:lnTo>
                    <a:pt x="1114435" y="11159"/>
                  </a:lnTo>
                  <a:lnTo>
                    <a:pt x="1046115" y="15070"/>
                  </a:lnTo>
                  <a:lnTo>
                    <a:pt x="979204" y="19527"/>
                  </a:lnTo>
                  <a:lnTo>
                    <a:pt x="913784" y="24516"/>
                  </a:lnTo>
                  <a:lnTo>
                    <a:pt x="849935" y="30023"/>
                  </a:lnTo>
                  <a:lnTo>
                    <a:pt x="787738" y="36033"/>
                  </a:lnTo>
                  <a:lnTo>
                    <a:pt x="727275" y="42531"/>
                  </a:lnTo>
                  <a:lnTo>
                    <a:pt x="668627" y="49503"/>
                  </a:lnTo>
                  <a:lnTo>
                    <a:pt x="611876" y="56934"/>
                  </a:lnTo>
                  <a:lnTo>
                    <a:pt x="557101" y="64809"/>
                  </a:lnTo>
                  <a:lnTo>
                    <a:pt x="504385" y="73114"/>
                  </a:lnTo>
                  <a:lnTo>
                    <a:pt x="453808" y="81834"/>
                  </a:lnTo>
                  <a:lnTo>
                    <a:pt x="405452" y="90954"/>
                  </a:lnTo>
                  <a:lnTo>
                    <a:pt x="359398" y="100460"/>
                  </a:lnTo>
                  <a:lnTo>
                    <a:pt x="315727" y="110338"/>
                  </a:lnTo>
                  <a:lnTo>
                    <a:pt x="274520" y="120572"/>
                  </a:lnTo>
                  <a:lnTo>
                    <a:pt x="235858" y="131147"/>
                  </a:lnTo>
                  <a:lnTo>
                    <a:pt x="166496" y="153266"/>
                  </a:lnTo>
                  <a:lnTo>
                    <a:pt x="108288" y="176577"/>
                  </a:lnTo>
                  <a:lnTo>
                    <a:pt x="61886" y="200963"/>
                  </a:lnTo>
                  <a:lnTo>
                    <a:pt x="27937" y="226307"/>
                  </a:lnTo>
                  <a:lnTo>
                    <a:pt x="1786" y="265862"/>
                  </a:lnTo>
                  <a:lnTo>
                    <a:pt x="0" y="279400"/>
                  </a:lnTo>
                  <a:lnTo>
                    <a:pt x="1786" y="292937"/>
                  </a:lnTo>
                  <a:lnTo>
                    <a:pt x="27937" y="332492"/>
                  </a:lnTo>
                  <a:lnTo>
                    <a:pt x="61886" y="357836"/>
                  </a:lnTo>
                  <a:lnTo>
                    <a:pt x="108288" y="382222"/>
                  </a:lnTo>
                  <a:lnTo>
                    <a:pt x="166496" y="405533"/>
                  </a:lnTo>
                  <a:lnTo>
                    <a:pt x="235858" y="427652"/>
                  </a:lnTo>
                  <a:lnTo>
                    <a:pt x="274520" y="438227"/>
                  </a:lnTo>
                  <a:lnTo>
                    <a:pt x="315727" y="448461"/>
                  </a:lnTo>
                  <a:lnTo>
                    <a:pt x="359398" y="458339"/>
                  </a:lnTo>
                  <a:lnTo>
                    <a:pt x="405452" y="467845"/>
                  </a:lnTo>
                  <a:lnTo>
                    <a:pt x="453808" y="476965"/>
                  </a:lnTo>
                  <a:lnTo>
                    <a:pt x="504385" y="485685"/>
                  </a:lnTo>
                  <a:lnTo>
                    <a:pt x="557101" y="493990"/>
                  </a:lnTo>
                  <a:lnTo>
                    <a:pt x="611876" y="501865"/>
                  </a:lnTo>
                  <a:lnTo>
                    <a:pt x="668627" y="509296"/>
                  </a:lnTo>
                  <a:lnTo>
                    <a:pt x="727275" y="516268"/>
                  </a:lnTo>
                  <a:lnTo>
                    <a:pt x="787738" y="522766"/>
                  </a:lnTo>
                  <a:lnTo>
                    <a:pt x="849935" y="528776"/>
                  </a:lnTo>
                  <a:lnTo>
                    <a:pt x="913784" y="534283"/>
                  </a:lnTo>
                  <a:lnTo>
                    <a:pt x="979204" y="539272"/>
                  </a:lnTo>
                  <a:lnTo>
                    <a:pt x="1046115" y="543729"/>
                  </a:lnTo>
                  <a:lnTo>
                    <a:pt x="1114435" y="547640"/>
                  </a:lnTo>
                  <a:lnTo>
                    <a:pt x="1184083" y="550989"/>
                  </a:lnTo>
                  <a:lnTo>
                    <a:pt x="1254977" y="553762"/>
                  </a:lnTo>
                  <a:lnTo>
                    <a:pt x="1327037" y="555944"/>
                  </a:lnTo>
                  <a:lnTo>
                    <a:pt x="1400182" y="557520"/>
                  </a:lnTo>
                  <a:lnTo>
                    <a:pt x="1474330" y="558477"/>
                  </a:lnTo>
                  <a:lnTo>
                    <a:pt x="1549400" y="558800"/>
                  </a:lnTo>
                  <a:lnTo>
                    <a:pt x="1624469" y="558477"/>
                  </a:lnTo>
                  <a:lnTo>
                    <a:pt x="1698617" y="557520"/>
                  </a:lnTo>
                  <a:lnTo>
                    <a:pt x="1771761" y="555944"/>
                  </a:lnTo>
                  <a:lnTo>
                    <a:pt x="1843821" y="553762"/>
                  </a:lnTo>
                  <a:lnTo>
                    <a:pt x="1914716" y="550989"/>
                  </a:lnTo>
                  <a:lnTo>
                    <a:pt x="1984364" y="547640"/>
                  </a:lnTo>
                  <a:lnTo>
                    <a:pt x="2052683" y="543729"/>
                  </a:lnTo>
                  <a:lnTo>
                    <a:pt x="2119594" y="539272"/>
                  </a:lnTo>
                  <a:lnTo>
                    <a:pt x="2185015" y="534283"/>
                  </a:lnTo>
                  <a:lnTo>
                    <a:pt x="2248864" y="528776"/>
                  </a:lnTo>
                  <a:lnTo>
                    <a:pt x="2311060" y="522766"/>
                  </a:lnTo>
                  <a:lnTo>
                    <a:pt x="2371523" y="516268"/>
                  </a:lnTo>
                  <a:lnTo>
                    <a:pt x="2430171" y="509296"/>
                  </a:lnTo>
                  <a:lnTo>
                    <a:pt x="2486923" y="501865"/>
                  </a:lnTo>
                  <a:lnTo>
                    <a:pt x="2541698" y="493990"/>
                  </a:lnTo>
                  <a:lnTo>
                    <a:pt x="2594414" y="485685"/>
                  </a:lnTo>
                  <a:lnTo>
                    <a:pt x="2644991" y="476965"/>
                  </a:lnTo>
                  <a:lnTo>
                    <a:pt x="2693347" y="467845"/>
                  </a:lnTo>
                  <a:lnTo>
                    <a:pt x="2739401" y="458339"/>
                  </a:lnTo>
                  <a:lnTo>
                    <a:pt x="2783072" y="448461"/>
                  </a:lnTo>
                  <a:lnTo>
                    <a:pt x="2824279" y="438227"/>
                  </a:lnTo>
                  <a:lnTo>
                    <a:pt x="2862941" y="427652"/>
                  </a:lnTo>
                  <a:lnTo>
                    <a:pt x="2932303" y="405533"/>
                  </a:lnTo>
                  <a:lnTo>
                    <a:pt x="2990510" y="382222"/>
                  </a:lnTo>
                  <a:lnTo>
                    <a:pt x="3036913" y="357836"/>
                  </a:lnTo>
                  <a:lnTo>
                    <a:pt x="3070861" y="332492"/>
                  </a:lnTo>
                  <a:lnTo>
                    <a:pt x="3097013" y="292937"/>
                  </a:lnTo>
                  <a:lnTo>
                    <a:pt x="3098799" y="279400"/>
                  </a:lnTo>
                </a:path>
              </a:pathLst>
            </a:custGeom>
            <a:ln w="27940">
              <a:solidFill>
                <a:srgbClr val="E695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3796600" y="2768599"/>
              <a:ext cx="3098800" cy="558800"/>
            </a:xfrm>
            <a:custGeom>
              <a:avLst/>
              <a:gdLst/>
              <a:ahLst/>
              <a:cxnLst/>
              <a:rect l="l" t="t" r="r" b="b"/>
              <a:pathLst>
                <a:path w="3098800" h="558800">
                  <a:moveTo>
                    <a:pt x="1549400" y="0"/>
                  </a:moveTo>
                  <a:lnTo>
                    <a:pt x="1474330" y="322"/>
                  </a:lnTo>
                  <a:lnTo>
                    <a:pt x="1400182" y="1279"/>
                  </a:lnTo>
                  <a:lnTo>
                    <a:pt x="1327037" y="2855"/>
                  </a:lnTo>
                  <a:lnTo>
                    <a:pt x="1254977" y="5037"/>
                  </a:lnTo>
                  <a:lnTo>
                    <a:pt x="1184083" y="7810"/>
                  </a:lnTo>
                  <a:lnTo>
                    <a:pt x="1114435" y="11159"/>
                  </a:lnTo>
                  <a:lnTo>
                    <a:pt x="1046115" y="15070"/>
                  </a:lnTo>
                  <a:lnTo>
                    <a:pt x="979204" y="19527"/>
                  </a:lnTo>
                  <a:lnTo>
                    <a:pt x="913784" y="24516"/>
                  </a:lnTo>
                  <a:lnTo>
                    <a:pt x="849935" y="30023"/>
                  </a:lnTo>
                  <a:lnTo>
                    <a:pt x="787738" y="36033"/>
                  </a:lnTo>
                  <a:lnTo>
                    <a:pt x="727275" y="42531"/>
                  </a:lnTo>
                  <a:lnTo>
                    <a:pt x="668627" y="49503"/>
                  </a:lnTo>
                  <a:lnTo>
                    <a:pt x="611876" y="56934"/>
                  </a:lnTo>
                  <a:lnTo>
                    <a:pt x="557101" y="64809"/>
                  </a:lnTo>
                  <a:lnTo>
                    <a:pt x="504385" y="73114"/>
                  </a:lnTo>
                  <a:lnTo>
                    <a:pt x="453808" y="81834"/>
                  </a:lnTo>
                  <a:lnTo>
                    <a:pt x="405452" y="90954"/>
                  </a:lnTo>
                  <a:lnTo>
                    <a:pt x="359398" y="100460"/>
                  </a:lnTo>
                  <a:lnTo>
                    <a:pt x="315727" y="110338"/>
                  </a:lnTo>
                  <a:lnTo>
                    <a:pt x="274520" y="120572"/>
                  </a:lnTo>
                  <a:lnTo>
                    <a:pt x="235858" y="131147"/>
                  </a:lnTo>
                  <a:lnTo>
                    <a:pt x="166496" y="153266"/>
                  </a:lnTo>
                  <a:lnTo>
                    <a:pt x="108288" y="176577"/>
                  </a:lnTo>
                  <a:lnTo>
                    <a:pt x="61886" y="200963"/>
                  </a:lnTo>
                  <a:lnTo>
                    <a:pt x="27937" y="226307"/>
                  </a:lnTo>
                  <a:lnTo>
                    <a:pt x="1786" y="265862"/>
                  </a:lnTo>
                  <a:lnTo>
                    <a:pt x="0" y="279400"/>
                  </a:lnTo>
                  <a:lnTo>
                    <a:pt x="1786" y="292937"/>
                  </a:lnTo>
                  <a:lnTo>
                    <a:pt x="27937" y="332492"/>
                  </a:lnTo>
                  <a:lnTo>
                    <a:pt x="61886" y="357836"/>
                  </a:lnTo>
                  <a:lnTo>
                    <a:pt x="108288" y="382222"/>
                  </a:lnTo>
                  <a:lnTo>
                    <a:pt x="166496" y="405533"/>
                  </a:lnTo>
                  <a:lnTo>
                    <a:pt x="235858" y="427652"/>
                  </a:lnTo>
                  <a:lnTo>
                    <a:pt x="274520" y="438227"/>
                  </a:lnTo>
                  <a:lnTo>
                    <a:pt x="315727" y="448461"/>
                  </a:lnTo>
                  <a:lnTo>
                    <a:pt x="359398" y="458339"/>
                  </a:lnTo>
                  <a:lnTo>
                    <a:pt x="405452" y="467845"/>
                  </a:lnTo>
                  <a:lnTo>
                    <a:pt x="453808" y="476965"/>
                  </a:lnTo>
                  <a:lnTo>
                    <a:pt x="504385" y="485685"/>
                  </a:lnTo>
                  <a:lnTo>
                    <a:pt x="557101" y="493990"/>
                  </a:lnTo>
                  <a:lnTo>
                    <a:pt x="611876" y="501865"/>
                  </a:lnTo>
                  <a:lnTo>
                    <a:pt x="668627" y="509296"/>
                  </a:lnTo>
                  <a:lnTo>
                    <a:pt x="727275" y="516268"/>
                  </a:lnTo>
                  <a:lnTo>
                    <a:pt x="787738" y="522766"/>
                  </a:lnTo>
                  <a:lnTo>
                    <a:pt x="849935" y="528776"/>
                  </a:lnTo>
                  <a:lnTo>
                    <a:pt x="913784" y="534283"/>
                  </a:lnTo>
                  <a:lnTo>
                    <a:pt x="979204" y="539272"/>
                  </a:lnTo>
                  <a:lnTo>
                    <a:pt x="1046115" y="543729"/>
                  </a:lnTo>
                  <a:lnTo>
                    <a:pt x="1114435" y="547640"/>
                  </a:lnTo>
                  <a:lnTo>
                    <a:pt x="1184083" y="550989"/>
                  </a:lnTo>
                  <a:lnTo>
                    <a:pt x="1254977" y="553762"/>
                  </a:lnTo>
                  <a:lnTo>
                    <a:pt x="1327037" y="555944"/>
                  </a:lnTo>
                  <a:lnTo>
                    <a:pt x="1400182" y="557520"/>
                  </a:lnTo>
                  <a:lnTo>
                    <a:pt x="1474330" y="558477"/>
                  </a:lnTo>
                  <a:lnTo>
                    <a:pt x="1549400" y="558800"/>
                  </a:lnTo>
                  <a:lnTo>
                    <a:pt x="1624469" y="558477"/>
                  </a:lnTo>
                  <a:lnTo>
                    <a:pt x="1698617" y="557520"/>
                  </a:lnTo>
                  <a:lnTo>
                    <a:pt x="1771761" y="555944"/>
                  </a:lnTo>
                  <a:lnTo>
                    <a:pt x="1843821" y="553762"/>
                  </a:lnTo>
                  <a:lnTo>
                    <a:pt x="1914716" y="550989"/>
                  </a:lnTo>
                  <a:lnTo>
                    <a:pt x="1984364" y="547640"/>
                  </a:lnTo>
                  <a:lnTo>
                    <a:pt x="2052683" y="543729"/>
                  </a:lnTo>
                  <a:lnTo>
                    <a:pt x="2119594" y="539272"/>
                  </a:lnTo>
                  <a:lnTo>
                    <a:pt x="2185015" y="534283"/>
                  </a:lnTo>
                  <a:lnTo>
                    <a:pt x="2248864" y="528776"/>
                  </a:lnTo>
                  <a:lnTo>
                    <a:pt x="2311060" y="522766"/>
                  </a:lnTo>
                  <a:lnTo>
                    <a:pt x="2371523" y="516268"/>
                  </a:lnTo>
                  <a:lnTo>
                    <a:pt x="2430171" y="509296"/>
                  </a:lnTo>
                  <a:lnTo>
                    <a:pt x="2486923" y="501865"/>
                  </a:lnTo>
                  <a:lnTo>
                    <a:pt x="2541698" y="493990"/>
                  </a:lnTo>
                  <a:lnTo>
                    <a:pt x="2594414" y="485685"/>
                  </a:lnTo>
                  <a:lnTo>
                    <a:pt x="2644991" y="476965"/>
                  </a:lnTo>
                  <a:lnTo>
                    <a:pt x="2693347" y="467845"/>
                  </a:lnTo>
                  <a:lnTo>
                    <a:pt x="2739401" y="458339"/>
                  </a:lnTo>
                  <a:lnTo>
                    <a:pt x="2783072" y="448461"/>
                  </a:lnTo>
                  <a:lnTo>
                    <a:pt x="2824279" y="438227"/>
                  </a:lnTo>
                  <a:lnTo>
                    <a:pt x="2862941" y="427652"/>
                  </a:lnTo>
                  <a:lnTo>
                    <a:pt x="2932303" y="405533"/>
                  </a:lnTo>
                  <a:lnTo>
                    <a:pt x="2990510" y="382222"/>
                  </a:lnTo>
                  <a:lnTo>
                    <a:pt x="3036913" y="357836"/>
                  </a:lnTo>
                  <a:lnTo>
                    <a:pt x="3070861" y="332492"/>
                  </a:lnTo>
                  <a:lnTo>
                    <a:pt x="3097013" y="292937"/>
                  </a:lnTo>
                  <a:lnTo>
                    <a:pt x="3098799" y="279400"/>
                  </a:lnTo>
                  <a:lnTo>
                    <a:pt x="3097013" y="265862"/>
                  </a:lnTo>
                  <a:lnTo>
                    <a:pt x="3070861" y="226307"/>
                  </a:lnTo>
                  <a:lnTo>
                    <a:pt x="3036913" y="200963"/>
                  </a:lnTo>
                  <a:lnTo>
                    <a:pt x="2990510" y="176577"/>
                  </a:lnTo>
                  <a:lnTo>
                    <a:pt x="2932303" y="153266"/>
                  </a:lnTo>
                  <a:lnTo>
                    <a:pt x="2862941" y="131147"/>
                  </a:lnTo>
                  <a:lnTo>
                    <a:pt x="2824279" y="120572"/>
                  </a:lnTo>
                  <a:lnTo>
                    <a:pt x="2783072" y="110338"/>
                  </a:lnTo>
                  <a:lnTo>
                    <a:pt x="2739401" y="100460"/>
                  </a:lnTo>
                  <a:lnTo>
                    <a:pt x="2693347" y="90954"/>
                  </a:lnTo>
                  <a:lnTo>
                    <a:pt x="2644991" y="81834"/>
                  </a:lnTo>
                  <a:lnTo>
                    <a:pt x="2594414" y="73114"/>
                  </a:lnTo>
                  <a:lnTo>
                    <a:pt x="2541698" y="64809"/>
                  </a:lnTo>
                  <a:lnTo>
                    <a:pt x="2486923" y="56934"/>
                  </a:lnTo>
                  <a:lnTo>
                    <a:pt x="2430171" y="49503"/>
                  </a:lnTo>
                  <a:lnTo>
                    <a:pt x="2371523" y="42531"/>
                  </a:lnTo>
                  <a:lnTo>
                    <a:pt x="2311060" y="36033"/>
                  </a:lnTo>
                  <a:lnTo>
                    <a:pt x="2248864" y="30023"/>
                  </a:lnTo>
                  <a:lnTo>
                    <a:pt x="2185015" y="24516"/>
                  </a:lnTo>
                  <a:lnTo>
                    <a:pt x="2119594" y="19527"/>
                  </a:lnTo>
                  <a:lnTo>
                    <a:pt x="2052683" y="15070"/>
                  </a:lnTo>
                  <a:lnTo>
                    <a:pt x="1984364" y="11159"/>
                  </a:lnTo>
                  <a:lnTo>
                    <a:pt x="1914716" y="7810"/>
                  </a:lnTo>
                  <a:lnTo>
                    <a:pt x="1843821" y="5037"/>
                  </a:lnTo>
                  <a:lnTo>
                    <a:pt x="1771761" y="2855"/>
                  </a:lnTo>
                  <a:lnTo>
                    <a:pt x="1698617" y="1279"/>
                  </a:lnTo>
                  <a:lnTo>
                    <a:pt x="1624469" y="322"/>
                  </a:lnTo>
                  <a:lnTo>
                    <a:pt x="1549400" y="0"/>
                  </a:lnTo>
                  <a:close/>
                </a:path>
              </a:pathLst>
            </a:custGeom>
            <a:solidFill>
              <a:srgbClr val="FFF2C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3796600" y="2768599"/>
              <a:ext cx="3098800" cy="558800"/>
            </a:xfrm>
            <a:custGeom>
              <a:avLst/>
              <a:gdLst/>
              <a:ahLst/>
              <a:cxnLst/>
              <a:rect l="l" t="t" r="r" b="b"/>
              <a:pathLst>
                <a:path w="3098800" h="558800">
                  <a:moveTo>
                    <a:pt x="3098799" y="279400"/>
                  </a:moveTo>
                  <a:lnTo>
                    <a:pt x="3082963" y="239301"/>
                  </a:lnTo>
                  <a:lnTo>
                    <a:pt x="3036913" y="200963"/>
                  </a:lnTo>
                  <a:lnTo>
                    <a:pt x="2990510" y="176577"/>
                  </a:lnTo>
                  <a:lnTo>
                    <a:pt x="2932303" y="153266"/>
                  </a:lnTo>
                  <a:lnTo>
                    <a:pt x="2862941" y="131147"/>
                  </a:lnTo>
                  <a:lnTo>
                    <a:pt x="2824279" y="120572"/>
                  </a:lnTo>
                  <a:lnTo>
                    <a:pt x="2783072" y="110338"/>
                  </a:lnTo>
                  <a:lnTo>
                    <a:pt x="2739401" y="100460"/>
                  </a:lnTo>
                  <a:lnTo>
                    <a:pt x="2693347" y="90954"/>
                  </a:lnTo>
                  <a:lnTo>
                    <a:pt x="2644991" y="81834"/>
                  </a:lnTo>
                  <a:lnTo>
                    <a:pt x="2594414" y="73114"/>
                  </a:lnTo>
                  <a:lnTo>
                    <a:pt x="2541698" y="64809"/>
                  </a:lnTo>
                  <a:lnTo>
                    <a:pt x="2486923" y="56934"/>
                  </a:lnTo>
                  <a:lnTo>
                    <a:pt x="2430171" y="49503"/>
                  </a:lnTo>
                  <a:lnTo>
                    <a:pt x="2371523" y="42531"/>
                  </a:lnTo>
                  <a:lnTo>
                    <a:pt x="2311060" y="36033"/>
                  </a:lnTo>
                  <a:lnTo>
                    <a:pt x="2248864" y="30023"/>
                  </a:lnTo>
                  <a:lnTo>
                    <a:pt x="2185015" y="24516"/>
                  </a:lnTo>
                  <a:lnTo>
                    <a:pt x="2119594" y="19527"/>
                  </a:lnTo>
                  <a:lnTo>
                    <a:pt x="2052683" y="15070"/>
                  </a:lnTo>
                  <a:lnTo>
                    <a:pt x="1984364" y="11159"/>
                  </a:lnTo>
                  <a:lnTo>
                    <a:pt x="1914716" y="7810"/>
                  </a:lnTo>
                  <a:lnTo>
                    <a:pt x="1843821" y="5037"/>
                  </a:lnTo>
                  <a:lnTo>
                    <a:pt x="1771761" y="2855"/>
                  </a:lnTo>
                  <a:lnTo>
                    <a:pt x="1698617" y="1279"/>
                  </a:lnTo>
                  <a:lnTo>
                    <a:pt x="1624469" y="322"/>
                  </a:lnTo>
                  <a:lnTo>
                    <a:pt x="1549400" y="0"/>
                  </a:lnTo>
                  <a:lnTo>
                    <a:pt x="1474330" y="322"/>
                  </a:lnTo>
                  <a:lnTo>
                    <a:pt x="1400182" y="1279"/>
                  </a:lnTo>
                  <a:lnTo>
                    <a:pt x="1327037" y="2855"/>
                  </a:lnTo>
                  <a:lnTo>
                    <a:pt x="1254977" y="5037"/>
                  </a:lnTo>
                  <a:lnTo>
                    <a:pt x="1184083" y="7810"/>
                  </a:lnTo>
                  <a:lnTo>
                    <a:pt x="1114435" y="11159"/>
                  </a:lnTo>
                  <a:lnTo>
                    <a:pt x="1046115" y="15070"/>
                  </a:lnTo>
                  <a:lnTo>
                    <a:pt x="979204" y="19527"/>
                  </a:lnTo>
                  <a:lnTo>
                    <a:pt x="913784" y="24516"/>
                  </a:lnTo>
                  <a:lnTo>
                    <a:pt x="849935" y="30023"/>
                  </a:lnTo>
                  <a:lnTo>
                    <a:pt x="787738" y="36033"/>
                  </a:lnTo>
                  <a:lnTo>
                    <a:pt x="727275" y="42531"/>
                  </a:lnTo>
                  <a:lnTo>
                    <a:pt x="668627" y="49503"/>
                  </a:lnTo>
                  <a:lnTo>
                    <a:pt x="611876" y="56934"/>
                  </a:lnTo>
                  <a:lnTo>
                    <a:pt x="557101" y="64809"/>
                  </a:lnTo>
                  <a:lnTo>
                    <a:pt x="504385" y="73114"/>
                  </a:lnTo>
                  <a:lnTo>
                    <a:pt x="453808" y="81834"/>
                  </a:lnTo>
                  <a:lnTo>
                    <a:pt x="405452" y="90954"/>
                  </a:lnTo>
                  <a:lnTo>
                    <a:pt x="359398" y="100460"/>
                  </a:lnTo>
                  <a:lnTo>
                    <a:pt x="315727" y="110338"/>
                  </a:lnTo>
                  <a:lnTo>
                    <a:pt x="274520" y="120572"/>
                  </a:lnTo>
                  <a:lnTo>
                    <a:pt x="235858" y="131147"/>
                  </a:lnTo>
                  <a:lnTo>
                    <a:pt x="166496" y="153266"/>
                  </a:lnTo>
                  <a:lnTo>
                    <a:pt x="108288" y="176577"/>
                  </a:lnTo>
                  <a:lnTo>
                    <a:pt x="61886" y="200963"/>
                  </a:lnTo>
                  <a:lnTo>
                    <a:pt x="27937" y="226307"/>
                  </a:lnTo>
                  <a:lnTo>
                    <a:pt x="1786" y="265862"/>
                  </a:lnTo>
                  <a:lnTo>
                    <a:pt x="0" y="279400"/>
                  </a:lnTo>
                  <a:lnTo>
                    <a:pt x="1786" y="292937"/>
                  </a:lnTo>
                  <a:lnTo>
                    <a:pt x="27937" y="332492"/>
                  </a:lnTo>
                  <a:lnTo>
                    <a:pt x="61886" y="357836"/>
                  </a:lnTo>
                  <a:lnTo>
                    <a:pt x="108288" y="382222"/>
                  </a:lnTo>
                  <a:lnTo>
                    <a:pt x="166496" y="405533"/>
                  </a:lnTo>
                  <a:lnTo>
                    <a:pt x="235858" y="427652"/>
                  </a:lnTo>
                  <a:lnTo>
                    <a:pt x="274520" y="438227"/>
                  </a:lnTo>
                  <a:lnTo>
                    <a:pt x="315727" y="448461"/>
                  </a:lnTo>
                  <a:lnTo>
                    <a:pt x="359398" y="458339"/>
                  </a:lnTo>
                  <a:lnTo>
                    <a:pt x="405452" y="467845"/>
                  </a:lnTo>
                  <a:lnTo>
                    <a:pt x="453808" y="476965"/>
                  </a:lnTo>
                  <a:lnTo>
                    <a:pt x="504385" y="485685"/>
                  </a:lnTo>
                  <a:lnTo>
                    <a:pt x="557101" y="493990"/>
                  </a:lnTo>
                  <a:lnTo>
                    <a:pt x="611876" y="501865"/>
                  </a:lnTo>
                  <a:lnTo>
                    <a:pt x="668627" y="509296"/>
                  </a:lnTo>
                  <a:lnTo>
                    <a:pt x="727275" y="516268"/>
                  </a:lnTo>
                  <a:lnTo>
                    <a:pt x="787738" y="522766"/>
                  </a:lnTo>
                  <a:lnTo>
                    <a:pt x="849935" y="528776"/>
                  </a:lnTo>
                  <a:lnTo>
                    <a:pt x="913784" y="534283"/>
                  </a:lnTo>
                  <a:lnTo>
                    <a:pt x="979204" y="539272"/>
                  </a:lnTo>
                  <a:lnTo>
                    <a:pt x="1046115" y="543729"/>
                  </a:lnTo>
                  <a:lnTo>
                    <a:pt x="1114435" y="547640"/>
                  </a:lnTo>
                  <a:lnTo>
                    <a:pt x="1184083" y="550989"/>
                  </a:lnTo>
                  <a:lnTo>
                    <a:pt x="1254977" y="553762"/>
                  </a:lnTo>
                  <a:lnTo>
                    <a:pt x="1327037" y="555944"/>
                  </a:lnTo>
                  <a:lnTo>
                    <a:pt x="1400182" y="557520"/>
                  </a:lnTo>
                  <a:lnTo>
                    <a:pt x="1474330" y="558477"/>
                  </a:lnTo>
                  <a:lnTo>
                    <a:pt x="1549400" y="558800"/>
                  </a:lnTo>
                  <a:lnTo>
                    <a:pt x="1624469" y="558477"/>
                  </a:lnTo>
                  <a:lnTo>
                    <a:pt x="1698617" y="557520"/>
                  </a:lnTo>
                  <a:lnTo>
                    <a:pt x="1771761" y="555944"/>
                  </a:lnTo>
                  <a:lnTo>
                    <a:pt x="1843821" y="553762"/>
                  </a:lnTo>
                  <a:lnTo>
                    <a:pt x="1914716" y="550989"/>
                  </a:lnTo>
                  <a:lnTo>
                    <a:pt x="1984364" y="547640"/>
                  </a:lnTo>
                  <a:lnTo>
                    <a:pt x="2052683" y="543729"/>
                  </a:lnTo>
                  <a:lnTo>
                    <a:pt x="2119594" y="539272"/>
                  </a:lnTo>
                  <a:lnTo>
                    <a:pt x="2185015" y="534283"/>
                  </a:lnTo>
                  <a:lnTo>
                    <a:pt x="2248864" y="528776"/>
                  </a:lnTo>
                  <a:lnTo>
                    <a:pt x="2311060" y="522766"/>
                  </a:lnTo>
                  <a:lnTo>
                    <a:pt x="2371523" y="516268"/>
                  </a:lnTo>
                  <a:lnTo>
                    <a:pt x="2430171" y="509296"/>
                  </a:lnTo>
                  <a:lnTo>
                    <a:pt x="2486923" y="501865"/>
                  </a:lnTo>
                  <a:lnTo>
                    <a:pt x="2541698" y="493990"/>
                  </a:lnTo>
                  <a:lnTo>
                    <a:pt x="2594414" y="485685"/>
                  </a:lnTo>
                  <a:lnTo>
                    <a:pt x="2644991" y="476965"/>
                  </a:lnTo>
                  <a:lnTo>
                    <a:pt x="2693347" y="467845"/>
                  </a:lnTo>
                  <a:lnTo>
                    <a:pt x="2739401" y="458339"/>
                  </a:lnTo>
                  <a:lnTo>
                    <a:pt x="2783072" y="448461"/>
                  </a:lnTo>
                  <a:lnTo>
                    <a:pt x="2824279" y="438227"/>
                  </a:lnTo>
                  <a:lnTo>
                    <a:pt x="2862941" y="427652"/>
                  </a:lnTo>
                  <a:lnTo>
                    <a:pt x="2932303" y="405533"/>
                  </a:lnTo>
                  <a:lnTo>
                    <a:pt x="2990510" y="382222"/>
                  </a:lnTo>
                  <a:lnTo>
                    <a:pt x="3036913" y="357836"/>
                  </a:lnTo>
                  <a:lnTo>
                    <a:pt x="3070861" y="332492"/>
                  </a:lnTo>
                  <a:lnTo>
                    <a:pt x="3097013" y="292937"/>
                  </a:lnTo>
                  <a:lnTo>
                    <a:pt x="3098799" y="279400"/>
                  </a:lnTo>
                </a:path>
              </a:pathLst>
            </a:custGeom>
            <a:ln w="27940">
              <a:solidFill>
                <a:srgbClr val="E695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3796600" y="3530599"/>
              <a:ext cx="3098800" cy="558800"/>
            </a:xfrm>
            <a:custGeom>
              <a:avLst/>
              <a:gdLst/>
              <a:ahLst/>
              <a:cxnLst/>
              <a:rect l="l" t="t" r="r" b="b"/>
              <a:pathLst>
                <a:path w="3098800" h="558800">
                  <a:moveTo>
                    <a:pt x="1549400" y="0"/>
                  </a:moveTo>
                  <a:lnTo>
                    <a:pt x="1474330" y="322"/>
                  </a:lnTo>
                  <a:lnTo>
                    <a:pt x="1400182" y="1279"/>
                  </a:lnTo>
                  <a:lnTo>
                    <a:pt x="1327037" y="2855"/>
                  </a:lnTo>
                  <a:lnTo>
                    <a:pt x="1254977" y="5037"/>
                  </a:lnTo>
                  <a:lnTo>
                    <a:pt x="1184083" y="7810"/>
                  </a:lnTo>
                  <a:lnTo>
                    <a:pt x="1114435" y="11159"/>
                  </a:lnTo>
                  <a:lnTo>
                    <a:pt x="1046115" y="15070"/>
                  </a:lnTo>
                  <a:lnTo>
                    <a:pt x="979204" y="19527"/>
                  </a:lnTo>
                  <a:lnTo>
                    <a:pt x="913784" y="24516"/>
                  </a:lnTo>
                  <a:lnTo>
                    <a:pt x="849935" y="30023"/>
                  </a:lnTo>
                  <a:lnTo>
                    <a:pt x="787738" y="36033"/>
                  </a:lnTo>
                  <a:lnTo>
                    <a:pt x="727275" y="42531"/>
                  </a:lnTo>
                  <a:lnTo>
                    <a:pt x="668627" y="49503"/>
                  </a:lnTo>
                  <a:lnTo>
                    <a:pt x="611876" y="56934"/>
                  </a:lnTo>
                  <a:lnTo>
                    <a:pt x="557101" y="64809"/>
                  </a:lnTo>
                  <a:lnTo>
                    <a:pt x="504385" y="73114"/>
                  </a:lnTo>
                  <a:lnTo>
                    <a:pt x="453808" y="81834"/>
                  </a:lnTo>
                  <a:lnTo>
                    <a:pt x="405452" y="90954"/>
                  </a:lnTo>
                  <a:lnTo>
                    <a:pt x="359398" y="100460"/>
                  </a:lnTo>
                  <a:lnTo>
                    <a:pt x="315727" y="110338"/>
                  </a:lnTo>
                  <a:lnTo>
                    <a:pt x="274520" y="120572"/>
                  </a:lnTo>
                  <a:lnTo>
                    <a:pt x="235858" y="131147"/>
                  </a:lnTo>
                  <a:lnTo>
                    <a:pt x="166496" y="153266"/>
                  </a:lnTo>
                  <a:lnTo>
                    <a:pt x="108288" y="176577"/>
                  </a:lnTo>
                  <a:lnTo>
                    <a:pt x="61886" y="200963"/>
                  </a:lnTo>
                  <a:lnTo>
                    <a:pt x="27937" y="226307"/>
                  </a:lnTo>
                  <a:lnTo>
                    <a:pt x="1786" y="265862"/>
                  </a:lnTo>
                  <a:lnTo>
                    <a:pt x="0" y="279400"/>
                  </a:lnTo>
                  <a:lnTo>
                    <a:pt x="1786" y="292937"/>
                  </a:lnTo>
                  <a:lnTo>
                    <a:pt x="27937" y="332492"/>
                  </a:lnTo>
                  <a:lnTo>
                    <a:pt x="61886" y="357836"/>
                  </a:lnTo>
                  <a:lnTo>
                    <a:pt x="108288" y="382222"/>
                  </a:lnTo>
                  <a:lnTo>
                    <a:pt x="166496" y="405533"/>
                  </a:lnTo>
                  <a:lnTo>
                    <a:pt x="235858" y="427652"/>
                  </a:lnTo>
                  <a:lnTo>
                    <a:pt x="274520" y="438227"/>
                  </a:lnTo>
                  <a:lnTo>
                    <a:pt x="315727" y="448461"/>
                  </a:lnTo>
                  <a:lnTo>
                    <a:pt x="359398" y="458339"/>
                  </a:lnTo>
                  <a:lnTo>
                    <a:pt x="405452" y="467845"/>
                  </a:lnTo>
                  <a:lnTo>
                    <a:pt x="453808" y="476965"/>
                  </a:lnTo>
                  <a:lnTo>
                    <a:pt x="504385" y="485685"/>
                  </a:lnTo>
                  <a:lnTo>
                    <a:pt x="557101" y="493990"/>
                  </a:lnTo>
                  <a:lnTo>
                    <a:pt x="611876" y="501865"/>
                  </a:lnTo>
                  <a:lnTo>
                    <a:pt x="668627" y="509296"/>
                  </a:lnTo>
                  <a:lnTo>
                    <a:pt x="727275" y="516268"/>
                  </a:lnTo>
                  <a:lnTo>
                    <a:pt x="787738" y="522766"/>
                  </a:lnTo>
                  <a:lnTo>
                    <a:pt x="849935" y="528776"/>
                  </a:lnTo>
                  <a:lnTo>
                    <a:pt x="913784" y="534283"/>
                  </a:lnTo>
                  <a:lnTo>
                    <a:pt x="979204" y="539272"/>
                  </a:lnTo>
                  <a:lnTo>
                    <a:pt x="1046115" y="543729"/>
                  </a:lnTo>
                  <a:lnTo>
                    <a:pt x="1114435" y="547640"/>
                  </a:lnTo>
                  <a:lnTo>
                    <a:pt x="1184083" y="550989"/>
                  </a:lnTo>
                  <a:lnTo>
                    <a:pt x="1254977" y="553762"/>
                  </a:lnTo>
                  <a:lnTo>
                    <a:pt x="1327037" y="555944"/>
                  </a:lnTo>
                  <a:lnTo>
                    <a:pt x="1400182" y="557520"/>
                  </a:lnTo>
                  <a:lnTo>
                    <a:pt x="1474330" y="558477"/>
                  </a:lnTo>
                  <a:lnTo>
                    <a:pt x="1549400" y="558800"/>
                  </a:lnTo>
                  <a:lnTo>
                    <a:pt x="1624469" y="558477"/>
                  </a:lnTo>
                  <a:lnTo>
                    <a:pt x="1698617" y="557520"/>
                  </a:lnTo>
                  <a:lnTo>
                    <a:pt x="1771761" y="555944"/>
                  </a:lnTo>
                  <a:lnTo>
                    <a:pt x="1843821" y="553762"/>
                  </a:lnTo>
                  <a:lnTo>
                    <a:pt x="1914716" y="550989"/>
                  </a:lnTo>
                  <a:lnTo>
                    <a:pt x="1984364" y="547640"/>
                  </a:lnTo>
                  <a:lnTo>
                    <a:pt x="2052683" y="543729"/>
                  </a:lnTo>
                  <a:lnTo>
                    <a:pt x="2119594" y="539272"/>
                  </a:lnTo>
                  <a:lnTo>
                    <a:pt x="2185015" y="534283"/>
                  </a:lnTo>
                  <a:lnTo>
                    <a:pt x="2248864" y="528776"/>
                  </a:lnTo>
                  <a:lnTo>
                    <a:pt x="2311060" y="522766"/>
                  </a:lnTo>
                  <a:lnTo>
                    <a:pt x="2371523" y="516268"/>
                  </a:lnTo>
                  <a:lnTo>
                    <a:pt x="2430171" y="509296"/>
                  </a:lnTo>
                  <a:lnTo>
                    <a:pt x="2486923" y="501865"/>
                  </a:lnTo>
                  <a:lnTo>
                    <a:pt x="2541698" y="493990"/>
                  </a:lnTo>
                  <a:lnTo>
                    <a:pt x="2594414" y="485685"/>
                  </a:lnTo>
                  <a:lnTo>
                    <a:pt x="2644991" y="476965"/>
                  </a:lnTo>
                  <a:lnTo>
                    <a:pt x="2693347" y="467845"/>
                  </a:lnTo>
                  <a:lnTo>
                    <a:pt x="2739401" y="458339"/>
                  </a:lnTo>
                  <a:lnTo>
                    <a:pt x="2783072" y="448461"/>
                  </a:lnTo>
                  <a:lnTo>
                    <a:pt x="2824279" y="438227"/>
                  </a:lnTo>
                  <a:lnTo>
                    <a:pt x="2862941" y="427652"/>
                  </a:lnTo>
                  <a:lnTo>
                    <a:pt x="2932303" y="405533"/>
                  </a:lnTo>
                  <a:lnTo>
                    <a:pt x="2990510" y="382222"/>
                  </a:lnTo>
                  <a:lnTo>
                    <a:pt x="3036913" y="357836"/>
                  </a:lnTo>
                  <a:lnTo>
                    <a:pt x="3070861" y="332492"/>
                  </a:lnTo>
                  <a:lnTo>
                    <a:pt x="3097013" y="292937"/>
                  </a:lnTo>
                  <a:lnTo>
                    <a:pt x="3098799" y="279400"/>
                  </a:lnTo>
                  <a:lnTo>
                    <a:pt x="3097013" y="265862"/>
                  </a:lnTo>
                  <a:lnTo>
                    <a:pt x="3070861" y="226307"/>
                  </a:lnTo>
                  <a:lnTo>
                    <a:pt x="3036913" y="200963"/>
                  </a:lnTo>
                  <a:lnTo>
                    <a:pt x="2990510" y="176577"/>
                  </a:lnTo>
                  <a:lnTo>
                    <a:pt x="2932303" y="153266"/>
                  </a:lnTo>
                  <a:lnTo>
                    <a:pt x="2862941" y="131147"/>
                  </a:lnTo>
                  <a:lnTo>
                    <a:pt x="2824279" y="120572"/>
                  </a:lnTo>
                  <a:lnTo>
                    <a:pt x="2783072" y="110338"/>
                  </a:lnTo>
                  <a:lnTo>
                    <a:pt x="2739401" y="100460"/>
                  </a:lnTo>
                  <a:lnTo>
                    <a:pt x="2693347" y="90954"/>
                  </a:lnTo>
                  <a:lnTo>
                    <a:pt x="2644991" y="81834"/>
                  </a:lnTo>
                  <a:lnTo>
                    <a:pt x="2594414" y="73114"/>
                  </a:lnTo>
                  <a:lnTo>
                    <a:pt x="2541698" y="64809"/>
                  </a:lnTo>
                  <a:lnTo>
                    <a:pt x="2486923" y="56934"/>
                  </a:lnTo>
                  <a:lnTo>
                    <a:pt x="2430171" y="49503"/>
                  </a:lnTo>
                  <a:lnTo>
                    <a:pt x="2371523" y="42531"/>
                  </a:lnTo>
                  <a:lnTo>
                    <a:pt x="2311060" y="36033"/>
                  </a:lnTo>
                  <a:lnTo>
                    <a:pt x="2248864" y="30023"/>
                  </a:lnTo>
                  <a:lnTo>
                    <a:pt x="2185015" y="24516"/>
                  </a:lnTo>
                  <a:lnTo>
                    <a:pt x="2119594" y="19527"/>
                  </a:lnTo>
                  <a:lnTo>
                    <a:pt x="2052683" y="15070"/>
                  </a:lnTo>
                  <a:lnTo>
                    <a:pt x="1984364" y="11159"/>
                  </a:lnTo>
                  <a:lnTo>
                    <a:pt x="1914716" y="7810"/>
                  </a:lnTo>
                  <a:lnTo>
                    <a:pt x="1843821" y="5037"/>
                  </a:lnTo>
                  <a:lnTo>
                    <a:pt x="1771761" y="2855"/>
                  </a:lnTo>
                  <a:lnTo>
                    <a:pt x="1698617" y="1279"/>
                  </a:lnTo>
                  <a:lnTo>
                    <a:pt x="1624469" y="322"/>
                  </a:lnTo>
                  <a:lnTo>
                    <a:pt x="1549400" y="0"/>
                  </a:lnTo>
                  <a:close/>
                </a:path>
              </a:pathLst>
            </a:custGeom>
            <a:solidFill>
              <a:srgbClr val="FFF2C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3796600" y="3530599"/>
              <a:ext cx="3098800" cy="558800"/>
            </a:xfrm>
            <a:custGeom>
              <a:avLst/>
              <a:gdLst/>
              <a:ahLst/>
              <a:cxnLst/>
              <a:rect l="l" t="t" r="r" b="b"/>
              <a:pathLst>
                <a:path w="3098800" h="558800">
                  <a:moveTo>
                    <a:pt x="3098799" y="279400"/>
                  </a:moveTo>
                  <a:lnTo>
                    <a:pt x="3082963" y="239301"/>
                  </a:lnTo>
                  <a:lnTo>
                    <a:pt x="3036913" y="200963"/>
                  </a:lnTo>
                  <a:lnTo>
                    <a:pt x="2990510" y="176577"/>
                  </a:lnTo>
                  <a:lnTo>
                    <a:pt x="2932303" y="153266"/>
                  </a:lnTo>
                  <a:lnTo>
                    <a:pt x="2862941" y="131147"/>
                  </a:lnTo>
                  <a:lnTo>
                    <a:pt x="2824279" y="120572"/>
                  </a:lnTo>
                  <a:lnTo>
                    <a:pt x="2783072" y="110338"/>
                  </a:lnTo>
                  <a:lnTo>
                    <a:pt x="2739401" y="100460"/>
                  </a:lnTo>
                  <a:lnTo>
                    <a:pt x="2693347" y="90954"/>
                  </a:lnTo>
                  <a:lnTo>
                    <a:pt x="2644991" y="81834"/>
                  </a:lnTo>
                  <a:lnTo>
                    <a:pt x="2594414" y="73114"/>
                  </a:lnTo>
                  <a:lnTo>
                    <a:pt x="2541698" y="64809"/>
                  </a:lnTo>
                  <a:lnTo>
                    <a:pt x="2486923" y="56934"/>
                  </a:lnTo>
                  <a:lnTo>
                    <a:pt x="2430171" y="49503"/>
                  </a:lnTo>
                  <a:lnTo>
                    <a:pt x="2371523" y="42531"/>
                  </a:lnTo>
                  <a:lnTo>
                    <a:pt x="2311060" y="36033"/>
                  </a:lnTo>
                  <a:lnTo>
                    <a:pt x="2248864" y="30023"/>
                  </a:lnTo>
                  <a:lnTo>
                    <a:pt x="2185015" y="24516"/>
                  </a:lnTo>
                  <a:lnTo>
                    <a:pt x="2119594" y="19527"/>
                  </a:lnTo>
                  <a:lnTo>
                    <a:pt x="2052683" y="15070"/>
                  </a:lnTo>
                  <a:lnTo>
                    <a:pt x="1984364" y="11159"/>
                  </a:lnTo>
                  <a:lnTo>
                    <a:pt x="1914716" y="7810"/>
                  </a:lnTo>
                  <a:lnTo>
                    <a:pt x="1843821" y="5037"/>
                  </a:lnTo>
                  <a:lnTo>
                    <a:pt x="1771761" y="2855"/>
                  </a:lnTo>
                  <a:lnTo>
                    <a:pt x="1698617" y="1279"/>
                  </a:lnTo>
                  <a:lnTo>
                    <a:pt x="1624469" y="322"/>
                  </a:lnTo>
                  <a:lnTo>
                    <a:pt x="1549400" y="0"/>
                  </a:lnTo>
                  <a:lnTo>
                    <a:pt x="1474330" y="322"/>
                  </a:lnTo>
                  <a:lnTo>
                    <a:pt x="1400182" y="1279"/>
                  </a:lnTo>
                  <a:lnTo>
                    <a:pt x="1327037" y="2855"/>
                  </a:lnTo>
                  <a:lnTo>
                    <a:pt x="1254977" y="5037"/>
                  </a:lnTo>
                  <a:lnTo>
                    <a:pt x="1184083" y="7810"/>
                  </a:lnTo>
                  <a:lnTo>
                    <a:pt x="1114435" y="11159"/>
                  </a:lnTo>
                  <a:lnTo>
                    <a:pt x="1046115" y="15070"/>
                  </a:lnTo>
                  <a:lnTo>
                    <a:pt x="979204" y="19527"/>
                  </a:lnTo>
                  <a:lnTo>
                    <a:pt x="913784" y="24516"/>
                  </a:lnTo>
                  <a:lnTo>
                    <a:pt x="849935" y="30023"/>
                  </a:lnTo>
                  <a:lnTo>
                    <a:pt x="787738" y="36033"/>
                  </a:lnTo>
                  <a:lnTo>
                    <a:pt x="727275" y="42531"/>
                  </a:lnTo>
                  <a:lnTo>
                    <a:pt x="668627" y="49503"/>
                  </a:lnTo>
                  <a:lnTo>
                    <a:pt x="611876" y="56934"/>
                  </a:lnTo>
                  <a:lnTo>
                    <a:pt x="557101" y="64809"/>
                  </a:lnTo>
                  <a:lnTo>
                    <a:pt x="504385" y="73114"/>
                  </a:lnTo>
                  <a:lnTo>
                    <a:pt x="453808" y="81834"/>
                  </a:lnTo>
                  <a:lnTo>
                    <a:pt x="405452" y="90954"/>
                  </a:lnTo>
                  <a:lnTo>
                    <a:pt x="359398" y="100460"/>
                  </a:lnTo>
                  <a:lnTo>
                    <a:pt x="315727" y="110338"/>
                  </a:lnTo>
                  <a:lnTo>
                    <a:pt x="274520" y="120572"/>
                  </a:lnTo>
                  <a:lnTo>
                    <a:pt x="235858" y="131147"/>
                  </a:lnTo>
                  <a:lnTo>
                    <a:pt x="166496" y="153266"/>
                  </a:lnTo>
                  <a:lnTo>
                    <a:pt x="108288" y="176577"/>
                  </a:lnTo>
                  <a:lnTo>
                    <a:pt x="61886" y="200963"/>
                  </a:lnTo>
                  <a:lnTo>
                    <a:pt x="27937" y="226307"/>
                  </a:lnTo>
                  <a:lnTo>
                    <a:pt x="1786" y="265862"/>
                  </a:lnTo>
                  <a:lnTo>
                    <a:pt x="0" y="279400"/>
                  </a:lnTo>
                  <a:lnTo>
                    <a:pt x="1786" y="292937"/>
                  </a:lnTo>
                  <a:lnTo>
                    <a:pt x="27937" y="332492"/>
                  </a:lnTo>
                  <a:lnTo>
                    <a:pt x="61886" y="357836"/>
                  </a:lnTo>
                  <a:lnTo>
                    <a:pt x="108288" y="382222"/>
                  </a:lnTo>
                  <a:lnTo>
                    <a:pt x="166496" y="405533"/>
                  </a:lnTo>
                  <a:lnTo>
                    <a:pt x="235858" y="427652"/>
                  </a:lnTo>
                  <a:lnTo>
                    <a:pt x="274520" y="438227"/>
                  </a:lnTo>
                  <a:lnTo>
                    <a:pt x="315727" y="448461"/>
                  </a:lnTo>
                  <a:lnTo>
                    <a:pt x="359398" y="458339"/>
                  </a:lnTo>
                  <a:lnTo>
                    <a:pt x="405452" y="467845"/>
                  </a:lnTo>
                  <a:lnTo>
                    <a:pt x="453808" y="476965"/>
                  </a:lnTo>
                  <a:lnTo>
                    <a:pt x="504385" y="485685"/>
                  </a:lnTo>
                  <a:lnTo>
                    <a:pt x="557101" y="493990"/>
                  </a:lnTo>
                  <a:lnTo>
                    <a:pt x="611876" y="501865"/>
                  </a:lnTo>
                  <a:lnTo>
                    <a:pt x="668627" y="509296"/>
                  </a:lnTo>
                  <a:lnTo>
                    <a:pt x="727275" y="516268"/>
                  </a:lnTo>
                  <a:lnTo>
                    <a:pt x="787738" y="522766"/>
                  </a:lnTo>
                  <a:lnTo>
                    <a:pt x="849935" y="528776"/>
                  </a:lnTo>
                  <a:lnTo>
                    <a:pt x="913784" y="534283"/>
                  </a:lnTo>
                  <a:lnTo>
                    <a:pt x="979204" y="539272"/>
                  </a:lnTo>
                  <a:lnTo>
                    <a:pt x="1046115" y="543729"/>
                  </a:lnTo>
                  <a:lnTo>
                    <a:pt x="1114435" y="547640"/>
                  </a:lnTo>
                  <a:lnTo>
                    <a:pt x="1184083" y="550989"/>
                  </a:lnTo>
                  <a:lnTo>
                    <a:pt x="1254977" y="553762"/>
                  </a:lnTo>
                  <a:lnTo>
                    <a:pt x="1327037" y="555944"/>
                  </a:lnTo>
                  <a:lnTo>
                    <a:pt x="1400182" y="557520"/>
                  </a:lnTo>
                  <a:lnTo>
                    <a:pt x="1474330" y="558477"/>
                  </a:lnTo>
                  <a:lnTo>
                    <a:pt x="1549400" y="558800"/>
                  </a:lnTo>
                  <a:lnTo>
                    <a:pt x="1624469" y="558477"/>
                  </a:lnTo>
                  <a:lnTo>
                    <a:pt x="1698617" y="557520"/>
                  </a:lnTo>
                  <a:lnTo>
                    <a:pt x="1771761" y="555944"/>
                  </a:lnTo>
                  <a:lnTo>
                    <a:pt x="1843821" y="553762"/>
                  </a:lnTo>
                  <a:lnTo>
                    <a:pt x="1914716" y="550989"/>
                  </a:lnTo>
                  <a:lnTo>
                    <a:pt x="1984364" y="547640"/>
                  </a:lnTo>
                  <a:lnTo>
                    <a:pt x="2052683" y="543729"/>
                  </a:lnTo>
                  <a:lnTo>
                    <a:pt x="2119594" y="539272"/>
                  </a:lnTo>
                  <a:lnTo>
                    <a:pt x="2185015" y="534283"/>
                  </a:lnTo>
                  <a:lnTo>
                    <a:pt x="2248864" y="528776"/>
                  </a:lnTo>
                  <a:lnTo>
                    <a:pt x="2311060" y="522766"/>
                  </a:lnTo>
                  <a:lnTo>
                    <a:pt x="2371523" y="516268"/>
                  </a:lnTo>
                  <a:lnTo>
                    <a:pt x="2430171" y="509296"/>
                  </a:lnTo>
                  <a:lnTo>
                    <a:pt x="2486923" y="501865"/>
                  </a:lnTo>
                  <a:lnTo>
                    <a:pt x="2541698" y="493990"/>
                  </a:lnTo>
                  <a:lnTo>
                    <a:pt x="2594414" y="485685"/>
                  </a:lnTo>
                  <a:lnTo>
                    <a:pt x="2644991" y="476965"/>
                  </a:lnTo>
                  <a:lnTo>
                    <a:pt x="2693347" y="467845"/>
                  </a:lnTo>
                  <a:lnTo>
                    <a:pt x="2739401" y="458339"/>
                  </a:lnTo>
                  <a:lnTo>
                    <a:pt x="2783072" y="448461"/>
                  </a:lnTo>
                  <a:lnTo>
                    <a:pt x="2824279" y="438227"/>
                  </a:lnTo>
                  <a:lnTo>
                    <a:pt x="2862941" y="427652"/>
                  </a:lnTo>
                  <a:lnTo>
                    <a:pt x="2932303" y="405533"/>
                  </a:lnTo>
                  <a:lnTo>
                    <a:pt x="2990510" y="382222"/>
                  </a:lnTo>
                  <a:lnTo>
                    <a:pt x="3036913" y="357836"/>
                  </a:lnTo>
                  <a:lnTo>
                    <a:pt x="3070861" y="332492"/>
                  </a:lnTo>
                  <a:lnTo>
                    <a:pt x="3097013" y="292937"/>
                  </a:lnTo>
                  <a:lnTo>
                    <a:pt x="3098799" y="279400"/>
                  </a:lnTo>
                </a:path>
              </a:pathLst>
            </a:custGeom>
            <a:ln w="27940">
              <a:solidFill>
                <a:srgbClr val="E695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3796600" y="4292599"/>
              <a:ext cx="3098800" cy="558800"/>
            </a:xfrm>
            <a:custGeom>
              <a:avLst/>
              <a:gdLst/>
              <a:ahLst/>
              <a:cxnLst/>
              <a:rect l="l" t="t" r="r" b="b"/>
              <a:pathLst>
                <a:path w="3098800" h="558800">
                  <a:moveTo>
                    <a:pt x="1549400" y="0"/>
                  </a:moveTo>
                  <a:lnTo>
                    <a:pt x="1474330" y="322"/>
                  </a:lnTo>
                  <a:lnTo>
                    <a:pt x="1400182" y="1279"/>
                  </a:lnTo>
                  <a:lnTo>
                    <a:pt x="1327037" y="2855"/>
                  </a:lnTo>
                  <a:lnTo>
                    <a:pt x="1254977" y="5037"/>
                  </a:lnTo>
                  <a:lnTo>
                    <a:pt x="1184083" y="7810"/>
                  </a:lnTo>
                  <a:lnTo>
                    <a:pt x="1114435" y="11159"/>
                  </a:lnTo>
                  <a:lnTo>
                    <a:pt x="1046115" y="15070"/>
                  </a:lnTo>
                  <a:lnTo>
                    <a:pt x="979204" y="19527"/>
                  </a:lnTo>
                  <a:lnTo>
                    <a:pt x="913784" y="24516"/>
                  </a:lnTo>
                  <a:lnTo>
                    <a:pt x="849935" y="30023"/>
                  </a:lnTo>
                  <a:lnTo>
                    <a:pt x="787738" y="36033"/>
                  </a:lnTo>
                  <a:lnTo>
                    <a:pt x="727275" y="42531"/>
                  </a:lnTo>
                  <a:lnTo>
                    <a:pt x="668627" y="49503"/>
                  </a:lnTo>
                  <a:lnTo>
                    <a:pt x="611876" y="56934"/>
                  </a:lnTo>
                  <a:lnTo>
                    <a:pt x="557101" y="64809"/>
                  </a:lnTo>
                  <a:lnTo>
                    <a:pt x="504385" y="73114"/>
                  </a:lnTo>
                  <a:lnTo>
                    <a:pt x="453808" y="81834"/>
                  </a:lnTo>
                  <a:lnTo>
                    <a:pt x="405452" y="90954"/>
                  </a:lnTo>
                  <a:lnTo>
                    <a:pt x="359398" y="100460"/>
                  </a:lnTo>
                  <a:lnTo>
                    <a:pt x="315727" y="110338"/>
                  </a:lnTo>
                  <a:lnTo>
                    <a:pt x="274520" y="120572"/>
                  </a:lnTo>
                  <a:lnTo>
                    <a:pt x="235858" y="131147"/>
                  </a:lnTo>
                  <a:lnTo>
                    <a:pt x="166496" y="153266"/>
                  </a:lnTo>
                  <a:lnTo>
                    <a:pt x="108288" y="176577"/>
                  </a:lnTo>
                  <a:lnTo>
                    <a:pt x="61886" y="200963"/>
                  </a:lnTo>
                  <a:lnTo>
                    <a:pt x="27937" y="226307"/>
                  </a:lnTo>
                  <a:lnTo>
                    <a:pt x="1786" y="265862"/>
                  </a:lnTo>
                  <a:lnTo>
                    <a:pt x="0" y="279400"/>
                  </a:lnTo>
                  <a:lnTo>
                    <a:pt x="1786" y="292937"/>
                  </a:lnTo>
                  <a:lnTo>
                    <a:pt x="27937" y="332492"/>
                  </a:lnTo>
                  <a:lnTo>
                    <a:pt x="61886" y="357836"/>
                  </a:lnTo>
                  <a:lnTo>
                    <a:pt x="108288" y="382222"/>
                  </a:lnTo>
                  <a:lnTo>
                    <a:pt x="166496" y="405533"/>
                  </a:lnTo>
                  <a:lnTo>
                    <a:pt x="235858" y="427652"/>
                  </a:lnTo>
                  <a:lnTo>
                    <a:pt x="274520" y="438227"/>
                  </a:lnTo>
                  <a:lnTo>
                    <a:pt x="315727" y="448461"/>
                  </a:lnTo>
                  <a:lnTo>
                    <a:pt x="359398" y="458339"/>
                  </a:lnTo>
                  <a:lnTo>
                    <a:pt x="405452" y="467845"/>
                  </a:lnTo>
                  <a:lnTo>
                    <a:pt x="453808" y="476965"/>
                  </a:lnTo>
                  <a:lnTo>
                    <a:pt x="504385" y="485685"/>
                  </a:lnTo>
                  <a:lnTo>
                    <a:pt x="557101" y="493990"/>
                  </a:lnTo>
                  <a:lnTo>
                    <a:pt x="611876" y="501865"/>
                  </a:lnTo>
                  <a:lnTo>
                    <a:pt x="668627" y="509296"/>
                  </a:lnTo>
                  <a:lnTo>
                    <a:pt x="727275" y="516268"/>
                  </a:lnTo>
                  <a:lnTo>
                    <a:pt x="787738" y="522766"/>
                  </a:lnTo>
                  <a:lnTo>
                    <a:pt x="849935" y="528776"/>
                  </a:lnTo>
                  <a:lnTo>
                    <a:pt x="913784" y="534283"/>
                  </a:lnTo>
                  <a:lnTo>
                    <a:pt x="979204" y="539272"/>
                  </a:lnTo>
                  <a:lnTo>
                    <a:pt x="1046115" y="543729"/>
                  </a:lnTo>
                  <a:lnTo>
                    <a:pt x="1114435" y="547640"/>
                  </a:lnTo>
                  <a:lnTo>
                    <a:pt x="1184083" y="550989"/>
                  </a:lnTo>
                  <a:lnTo>
                    <a:pt x="1254977" y="553762"/>
                  </a:lnTo>
                  <a:lnTo>
                    <a:pt x="1327037" y="555944"/>
                  </a:lnTo>
                  <a:lnTo>
                    <a:pt x="1400182" y="557520"/>
                  </a:lnTo>
                  <a:lnTo>
                    <a:pt x="1474330" y="558477"/>
                  </a:lnTo>
                  <a:lnTo>
                    <a:pt x="1549400" y="558800"/>
                  </a:lnTo>
                  <a:lnTo>
                    <a:pt x="1624469" y="558477"/>
                  </a:lnTo>
                  <a:lnTo>
                    <a:pt x="1698617" y="557520"/>
                  </a:lnTo>
                  <a:lnTo>
                    <a:pt x="1771761" y="555944"/>
                  </a:lnTo>
                  <a:lnTo>
                    <a:pt x="1843821" y="553762"/>
                  </a:lnTo>
                  <a:lnTo>
                    <a:pt x="1914716" y="550989"/>
                  </a:lnTo>
                  <a:lnTo>
                    <a:pt x="1984364" y="547640"/>
                  </a:lnTo>
                  <a:lnTo>
                    <a:pt x="2052683" y="543729"/>
                  </a:lnTo>
                  <a:lnTo>
                    <a:pt x="2119594" y="539272"/>
                  </a:lnTo>
                  <a:lnTo>
                    <a:pt x="2185015" y="534283"/>
                  </a:lnTo>
                  <a:lnTo>
                    <a:pt x="2248864" y="528776"/>
                  </a:lnTo>
                  <a:lnTo>
                    <a:pt x="2311060" y="522766"/>
                  </a:lnTo>
                  <a:lnTo>
                    <a:pt x="2371523" y="516268"/>
                  </a:lnTo>
                  <a:lnTo>
                    <a:pt x="2430171" y="509296"/>
                  </a:lnTo>
                  <a:lnTo>
                    <a:pt x="2486923" y="501865"/>
                  </a:lnTo>
                  <a:lnTo>
                    <a:pt x="2541698" y="493990"/>
                  </a:lnTo>
                  <a:lnTo>
                    <a:pt x="2594414" y="485685"/>
                  </a:lnTo>
                  <a:lnTo>
                    <a:pt x="2644991" y="476965"/>
                  </a:lnTo>
                  <a:lnTo>
                    <a:pt x="2693347" y="467845"/>
                  </a:lnTo>
                  <a:lnTo>
                    <a:pt x="2739401" y="458339"/>
                  </a:lnTo>
                  <a:lnTo>
                    <a:pt x="2783072" y="448461"/>
                  </a:lnTo>
                  <a:lnTo>
                    <a:pt x="2824279" y="438227"/>
                  </a:lnTo>
                  <a:lnTo>
                    <a:pt x="2862941" y="427652"/>
                  </a:lnTo>
                  <a:lnTo>
                    <a:pt x="2932303" y="405533"/>
                  </a:lnTo>
                  <a:lnTo>
                    <a:pt x="2990510" y="382222"/>
                  </a:lnTo>
                  <a:lnTo>
                    <a:pt x="3036913" y="357836"/>
                  </a:lnTo>
                  <a:lnTo>
                    <a:pt x="3070861" y="332492"/>
                  </a:lnTo>
                  <a:lnTo>
                    <a:pt x="3097013" y="292937"/>
                  </a:lnTo>
                  <a:lnTo>
                    <a:pt x="3098799" y="279400"/>
                  </a:lnTo>
                  <a:lnTo>
                    <a:pt x="3097013" y="265862"/>
                  </a:lnTo>
                  <a:lnTo>
                    <a:pt x="3070861" y="226307"/>
                  </a:lnTo>
                  <a:lnTo>
                    <a:pt x="3036913" y="200963"/>
                  </a:lnTo>
                  <a:lnTo>
                    <a:pt x="2990510" y="176577"/>
                  </a:lnTo>
                  <a:lnTo>
                    <a:pt x="2932303" y="153266"/>
                  </a:lnTo>
                  <a:lnTo>
                    <a:pt x="2862941" y="131147"/>
                  </a:lnTo>
                  <a:lnTo>
                    <a:pt x="2824279" y="120572"/>
                  </a:lnTo>
                  <a:lnTo>
                    <a:pt x="2783072" y="110338"/>
                  </a:lnTo>
                  <a:lnTo>
                    <a:pt x="2739401" y="100460"/>
                  </a:lnTo>
                  <a:lnTo>
                    <a:pt x="2693347" y="90954"/>
                  </a:lnTo>
                  <a:lnTo>
                    <a:pt x="2644991" y="81834"/>
                  </a:lnTo>
                  <a:lnTo>
                    <a:pt x="2594414" y="73114"/>
                  </a:lnTo>
                  <a:lnTo>
                    <a:pt x="2541698" y="64809"/>
                  </a:lnTo>
                  <a:lnTo>
                    <a:pt x="2486923" y="56934"/>
                  </a:lnTo>
                  <a:lnTo>
                    <a:pt x="2430171" y="49503"/>
                  </a:lnTo>
                  <a:lnTo>
                    <a:pt x="2371523" y="42531"/>
                  </a:lnTo>
                  <a:lnTo>
                    <a:pt x="2311060" y="36033"/>
                  </a:lnTo>
                  <a:lnTo>
                    <a:pt x="2248864" y="30023"/>
                  </a:lnTo>
                  <a:lnTo>
                    <a:pt x="2185015" y="24516"/>
                  </a:lnTo>
                  <a:lnTo>
                    <a:pt x="2119594" y="19527"/>
                  </a:lnTo>
                  <a:lnTo>
                    <a:pt x="2052683" y="15070"/>
                  </a:lnTo>
                  <a:lnTo>
                    <a:pt x="1984364" y="11159"/>
                  </a:lnTo>
                  <a:lnTo>
                    <a:pt x="1914716" y="7810"/>
                  </a:lnTo>
                  <a:lnTo>
                    <a:pt x="1843821" y="5037"/>
                  </a:lnTo>
                  <a:lnTo>
                    <a:pt x="1771761" y="2855"/>
                  </a:lnTo>
                  <a:lnTo>
                    <a:pt x="1698617" y="1279"/>
                  </a:lnTo>
                  <a:lnTo>
                    <a:pt x="1624469" y="322"/>
                  </a:lnTo>
                  <a:lnTo>
                    <a:pt x="154940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19"/>
            <p:cNvSpPr/>
            <p:nvPr/>
          </p:nvSpPr>
          <p:spPr>
            <a:xfrm>
              <a:off x="3796600" y="4292599"/>
              <a:ext cx="3098800" cy="558800"/>
            </a:xfrm>
            <a:custGeom>
              <a:avLst/>
              <a:gdLst/>
              <a:ahLst/>
              <a:cxnLst/>
              <a:rect l="l" t="t" r="r" b="b"/>
              <a:pathLst>
                <a:path w="3098800" h="558800">
                  <a:moveTo>
                    <a:pt x="3098799" y="279400"/>
                  </a:moveTo>
                  <a:lnTo>
                    <a:pt x="3082963" y="239301"/>
                  </a:lnTo>
                  <a:lnTo>
                    <a:pt x="3036913" y="200963"/>
                  </a:lnTo>
                  <a:lnTo>
                    <a:pt x="2990510" y="176577"/>
                  </a:lnTo>
                  <a:lnTo>
                    <a:pt x="2932303" y="153266"/>
                  </a:lnTo>
                  <a:lnTo>
                    <a:pt x="2862941" y="131147"/>
                  </a:lnTo>
                  <a:lnTo>
                    <a:pt x="2824279" y="120572"/>
                  </a:lnTo>
                  <a:lnTo>
                    <a:pt x="2783072" y="110338"/>
                  </a:lnTo>
                  <a:lnTo>
                    <a:pt x="2739401" y="100460"/>
                  </a:lnTo>
                  <a:lnTo>
                    <a:pt x="2693347" y="90954"/>
                  </a:lnTo>
                  <a:lnTo>
                    <a:pt x="2644991" y="81834"/>
                  </a:lnTo>
                  <a:lnTo>
                    <a:pt x="2594414" y="73114"/>
                  </a:lnTo>
                  <a:lnTo>
                    <a:pt x="2541698" y="64809"/>
                  </a:lnTo>
                  <a:lnTo>
                    <a:pt x="2486923" y="56934"/>
                  </a:lnTo>
                  <a:lnTo>
                    <a:pt x="2430171" y="49503"/>
                  </a:lnTo>
                  <a:lnTo>
                    <a:pt x="2371523" y="42531"/>
                  </a:lnTo>
                  <a:lnTo>
                    <a:pt x="2311060" y="36033"/>
                  </a:lnTo>
                  <a:lnTo>
                    <a:pt x="2248864" y="30023"/>
                  </a:lnTo>
                  <a:lnTo>
                    <a:pt x="2185015" y="24516"/>
                  </a:lnTo>
                  <a:lnTo>
                    <a:pt x="2119594" y="19527"/>
                  </a:lnTo>
                  <a:lnTo>
                    <a:pt x="2052683" y="15070"/>
                  </a:lnTo>
                  <a:lnTo>
                    <a:pt x="1984364" y="11159"/>
                  </a:lnTo>
                  <a:lnTo>
                    <a:pt x="1914716" y="7810"/>
                  </a:lnTo>
                  <a:lnTo>
                    <a:pt x="1843821" y="5037"/>
                  </a:lnTo>
                  <a:lnTo>
                    <a:pt x="1771761" y="2855"/>
                  </a:lnTo>
                  <a:lnTo>
                    <a:pt x="1698617" y="1279"/>
                  </a:lnTo>
                  <a:lnTo>
                    <a:pt x="1624469" y="322"/>
                  </a:lnTo>
                  <a:lnTo>
                    <a:pt x="1549400" y="0"/>
                  </a:lnTo>
                  <a:lnTo>
                    <a:pt x="1474330" y="322"/>
                  </a:lnTo>
                  <a:lnTo>
                    <a:pt x="1400182" y="1279"/>
                  </a:lnTo>
                  <a:lnTo>
                    <a:pt x="1327037" y="2855"/>
                  </a:lnTo>
                  <a:lnTo>
                    <a:pt x="1254977" y="5037"/>
                  </a:lnTo>
                  <a:lnTo>
                    <a:pt x="1184083" y="7810"/>
                  </a:lnTo>
                  <a:lnTo>
                    <a:pt x="1114435" y="11159"/>
                  </a:lnTo>
                  <a:lnTo>
                    <a:pt x="1046115" y="15070"/>
                  </a:lnTo>
                  <a:lnTo>
                    <a:pt x="979204" y="19527"/>
                  </a:lnTo>
                  <a:lnTo>
                    <a:pt x="913784" y="24516"/>
                  </a:lnTo>
                  <a:lnTo>
                    <a:pt x="849935" y="30023"/>
                  </a:lnTo>
                  <a:lnTo>
                    <a:pt x="787738" y="36033"/>
                  </a:lnTo>
                  <a:lnTo>
                    <a:pt x="727275" y="42531"/>
                  </a:lnTo>
                  <a:lnTo>
                    <a:pt x="668627" y="49503"/>
                  </a:lnTo>
                  <a:lnTo>
                    <a:pt x="611876" y="56934"/>
                  </a:lnTo>
                  <a:lnTo>
                    <a:pt x="557101" y="64809"/>
                  </a:lnTo>
                  <a:lnTo>
                    <a:pt x="504385" y="73114"/>
                  </a:lnTo>
                  <a:lnTo>
                    <a:pt x="453808" y="81834"/>
                  </a:lnTo>
                  <a:lnTo>
                    <a:pt x="405452" y="90954"/>
                  </a:lnTo>
                  <a:lnTo>
                    <a:pt x="359398" y="100460"/>
                  </a:lnTo>
                  <a:lnTo>
                    <a:pt x="315727" y="110338"/>
                  </a:lnTo>
                  <a:lnTo>
                    <a:pt x="274520" y="120572"/>
                  </a:lnTo>
                  <a:lnTo>
                    <a:pt x="235858" y="131147"/>
                  </a:lnTo>
                  <a:lnTo>
                    <a:pt x="166496" y="153266"/>
                  </a:lnTo>
                  <a:lnTo>
                    <a:pt x="108288" y="176577"/>
                  </a:lnTo>
                  <a:lnTo>
                    <a:pt x="61886" y="200963"/>
                  </a:lnTo>
                  <a:lnTo>
                    <a:pt x="27937" y="226307"/>
                  </a:lnTo>
                  <a:lnTo>
                    <a:pt x="1786" y="265862"/>
                  </a:lnTo>
                  <a:lnTo>
                    <a:pt x="0" y="279400"/>
                  </a:lnTo>
                  <a:lnTo>
                    <a:pt x="1786" y="292937"/>
                  </a:lnTo>
                  <a:lnTo>
                    <a:pt x="27937" y="332492"/>
                  </a:lnTo>
                  <a:lnTo>
                    <a:pt x="61886" y="357836"/>
                  </a:lnTo>
                  <a:lnTo>
                    <a:pt x="108288" y="382222"/>
                  </a:lnTo>
                  <a:lnTo>
                    <a:pt x="166496" y="405533"/>
                  </a:lnTo>
                  <a:lnTo>
                    <a:pt x="235858" y="427652"/>
                  </a:lnTo>
                  <a:lnTo>
                    <a:pt x="274520" y="438227"/>
                  </a:lnTo>
                  <a:lnTo>
                    <a:pt x="315727" y="448461"/>
                  </a:lnTo>
                  <a:lnTo>
                    <a:pt x="359398" y="458339"/>
                  </a:lnTo>
                  <a:lnTo>
                    <a:pt x="405452" y="467845"/>
                  </a:lnTo>
                  <a:lnTo>
                    <a:pt x="453808" y="476965"/>
                  </a:lnTo>
                  <a:lnTo>
                    <a:pt x="504385" y="485685"/>
                  </a:lnTo>
                  <a:lnTo>
                    <a:pt x="557101" y="493990"/>
                  </a:lnTo>
                  <a:lnTo>
                    <a:pt x="611876" y="501865"/>
                  </a:lnTo>
                  <a:lnTo>
                    <a:pt x="668627" y="509296"/>
                  </a:lnTo>
                  <a:lnTo>
                    <a:pt x="727275" y="516268"/>
                  </a:lnTo>
                  <a:lnTo>
                    <a:pt x="787738" y="522766"/>
                  </a:lnTo>
                  <a:lnTo>
                    <a:pt x="849935" y="528776"/>
                  </a:lnTo>
                  <a:lnTo>
                    <a:pt x="913784" y="534283"/>
                  </a:lnTo>
                  <a:lnTo>
                    <a:pt x="979204" y="539272"/>
                  </a:lnTo>
                  <a:lnTo>
                    <a:pt x="1046115" y="543729"/>
                  </a:lnTo>
                  <a:lnTo>
                    <a:pt x="1114435" y="547640"/>
                  </a:lnTo>
                  <a:lnTo>
                    <a:pt x="1184083" y="550989"/>
                  </a:lnTo>
                  <a:lnTo>
                    <a:pt x="1254977" y="553762"/>
                  </a:lnTo>
                  <a:lnTo>
                    <a:pt x="1327037" y="555944"/>
                  </a:lnTo>
                  <a:lnTo>
                    <a:pt x="1400182" y="557520"/>
                  </a:lnTo>
                  <a:lnTo>
                    <a:pt x="1474330" y="558477"/>
                  </a:lnTo>
                  <a:lnTo>
                    <a:pt x="1549400" y="558800"/>
                  </a:lnTo>
                  <a:lnTo>
                    <a:pt x="1624469" y="558477"/>
                  </a:lnTo>
                  <a:lnTo>
                    <a:pt x="1698617" y="557520"/>
                  </a:lnTo>
                  <a:lnTo>
                    <a:pt x="1771761" y="555944"/>
                  </a:lnTo>
                  <a:lnTo>
                    <a:pt x="1843821" y="553762"/>
                  </a:lnTo>
                  <a:lnTo>
                    <a:pt x="1914716" y="550989"/>
                  </a:lnTo>
                  <a:lnTo>
                    <a:pt x="1984364" y="547640"/>
                  </a:lnTo>
                  <a:lnTo>
                    <a:pt x="2052683" y="543729"/>
                  </a:lnTo>
                  <a:lnTo>
                    <a:pt x="2119594" y="539272"/>
                  </a:lnTo>
                  <a:lnTo>
                    <a:pt x="2185015" y="534283"/>
                  </a:lnTo>
                  <a:lnTo>
                    <a:pt x="2248864" y="528776"/>
                  </a:lnTo>
                  <a:lnTo>
                    <a:pt x="2311060" y="522766"/>
                  </a:lnTo>
                  <a:lnTo>
                    <a:pt x="2371523" y="516268"/>
                  </a:lnTo>
                  <a:lnTo>
                    <a:pt x="2430171" y="509296"/>
                  </a:lnTo>
                  <a:lnTo>
                    <a:pt x="2486923" y="501865"/>
                  </a:lnTo>
                  <a:lnTo>
                    <a:pt x="2541698" y="493990"/>
                  </a:lnTo>
                  <a:lnTo>
                    <a:pt x="2594414" y="485685"/>
                  </a:lnTo>
                  <a:lnTo>
                    <a:pt x="2644991" y="476965"/>
                  </a:lnTo>
                  <a:lnTo>
                    <a:pt x="2693347" y="467845"/>
                  </a:lnTo>
                  <a:lnTo>
                    <a:pt x="2739401" y="458339"/>
                  </a:lnTo>
                  <a:lnTo>
                    <a:pt x="2783072" y="448461"/>
                  </a:lnTo>
                  <a:lnTo>
                    <a:pt x="2824279" y="438227"/>
                  </a:lnTo>
                  <a:lnTo>
                    <a:pt x="2862941" y="427652"/>
                  </a:lnTo>
                  <a:lnTo>
                    <a:pt x="2932303" y="405533"/>
                  </a:lnTo>
                  <a:lnTo>
                    <a:pt x="2990510" y="382222"/>
                  </a:lnTo>
                  <a:lnTo>
                    <a:pt x="3036913" y="357836"/>
                  </a:lnTo>
                  <a:lnTo>
                    <a:pt x="3070861" y="332492"/>
                  </a:lnTo>
                  <a:lnTo>
                    <a:pt x="3097013" y="292937"/>
                  </a:lnTo>
                  <a:lnTo>
                    <a:pt x="3098799" y="279400"/>
                  </a:lnTo>
                </a:path>
              </a:pathLst>
            </a:custGeom>
            <a:ln w="20320">
              <a:solidFill>
                <a:srgbClr val="0A7285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" name="object 20"/>
            <p:cNvSpPr/>
            <p:nvPr/>
          </p:nvSpPr>
          <p:spPr>
            <a:xfrm>
              <a:off x="3796600" y="5054599"/>
              <a:ext cx="3098800" cy="558800"/>
            </a:xfrm>
            <a:custGeom>
              <a:avLst/>
              <a:gdLst/>
              <a:ahLst/>
              <a:cxnLst/>
              <a:rect l="l" t="t" r="r" b="b"/>
              <a:pathLst>
                <a:path w="3098800" h="558800">
                  <a:moveTo>
                    <a:pt x="1549400" y="0"/>
                  </a:moveTo>
                  <a:lnTo>
                    <a:pt x="1474330" y="322"/>
                  </a:lnTo>
                  <a:lnTo>
                    <a:pt x="1400182" y="1279"/>
                  </a:lnTo>
                  <a:lnTo>
                    <a:pt x="1327037" y="2855"/>
                  </a:lnTo>
                  <a:lnTo>
                    <a:pt x="1254977" y="5037"/>
                  </a:lnTo>
                  <a:lnTo>
                    <a:pt x="1184083" y="7810"/>
                  </a:lnTo>
                  <a:lnTo>
                    <a:pt x="1114435" y="11159"/>
                  </a:lnTo>
                  <a:lnTo>
                    <a:pt x="1046115" y="15070"/>
                  </a:lnTo>
                  <a:lnTo>
                    <a:pt x="979204" y="19527"/>
                  </a:lnTo>
                  <a:lnTo>
                    <a:pt x="913784" y="24516"/>
                  </a:lnTo>
                  <a:lnTo>
                    <a:pt x="849935" y="30023"/>
                  </a:lnTo>
                  <a:lnTo>
                    <a:pt x="787738" y="36033"/>
                  </a:lnTo>
                  <a:lnTo>
                    <a:pt x="727275" y="42531"/>
                  </a:lnTo>
                  <a:lnTo>
                    <a:pt x="668627" y="49503"/>
                  </a:lnTo>
                  <a:lnTo>
                    <a:pt x="611876" y="56934"/>
                  </a:lnTo>
                  <a:lnTo>
                    <a:pt x="557101" y="64809"/>
                  </a:lnTo>
                  <a:lnTo>
                    <a:pt x="504385" y="73114"/>
                  </a:lnTo>
                  <a:lnTo>
                    <a:pt x="453808" y="81834"/>
                  </a:lnTo>
                  <a:lnTo>
                    <a:pt x="405452" y="90954"/>
                  </a:lnTo>
                  <a:lnTo>
                    <a:pt x="359398" y="100460"/>
                  </a:lnTo>
                  <a:lnTo>
                    <a:pt x="315727" y="110338"/>
                  </a:lnTo>
                  <a:lnTo>
                    <a:pt x="274520" y="120572"/>
                  </a:lnTo>
                  <a:lnTo>
                    <a:pt x="235858" y="131147"/>
                  </a:lnTo>
                  <a:lnTo>
                    <a:pt x="166496" y="153266"/>
                  </a:lnTo>
                  <a:lnTo>
                    <a:pt x="108288" y="176577"/>
                  </a:lnTo>
                  <a:lnTo>
                    <a:pt x="61886" y="200963"/>
                  </a:lnTo>
                  <a:lnTo>
                    <a:pt x="27937" y="226307"/>
                  </a:lnTo>
                  <a:lnTo>
                    <a:pt x="1786" y="265862"/>
                  </a:lnTo>
                  <a:lnTo>
                    <a:pt x="0" y="279400"/>
                  </a:lnTo>
                  <a:lnTo>
                    <a:pt x="1786" y="292937"/>
                  </a:lnTo>
                  <a:lnTo>
                    <a:pt x="27937" y="332492"/>
                  </a:lnTo>
                  <a:lnTo>
                    <a:pt x="61886" y="357836"/>
                  </a:lnTo>
                  <a:lnTo>
                    <a:pt x="108288" y="382222"/>
                  </a:lnTo>
                  <a:lnTo>
                    <a:pt x="166496" y="405533"/>
                  </a:lnTo>
                  <a:lnTo>
                    <a:pt x="235858" y="427652"/>
                  </a:lnTo>
                  <a:lnTo>
                    <a:pt x="274520" y="438227"/>
                  </a:lnTo>
                  <a:lnTo>
                    <a:pt x="315727" y="448461"/>
                  </a:lnTo>
                  <a:lnTo>
                    <a:pt x="359398" y="458339"/>
                  </a:lnTo>
                  <a:lnTo>
                    <a:pt x="405452" y="467845"/>
                  </a:lnTo>
                  <a:lnTo>
                    <a:pt x="453808" y="476965"/>
                  </a:lnTo>
                  <a:lnTo>
                    <a:pt x="504385" y="485685"/>
                  </a:lnTo>
                  <a:lnTo>
                    <a:pt x="557101" y="493990"/>
                  </a:lnTo>
                  <a:lnTo>
                    <a:pt x="611876" y="501865"/>
                  </a:lnTo>
                  <a:lnTo>
                    <a:pt x="668627" y="509296"/>
                  </a:lnTo>
                  <a:lnTo>
                    <a:pt x="727275" y="516268"/>
                  </a:lnTo>
                  <a:lnTo>
                    <a:pt x="787738" y="522766"/>
                  </a:lnTo>
                  <a:lnTo>
                    <a:pt x="849935" y="528776"/>
                  </a:lnTo>
                  <a:lnTo>
                    <a:pt x="913784" y="534283"/>
                  </a:lnTo>
                  <a:lnTo>
                    <a:pt x="979204" y="539272"/>
                  </a:lnTo>
                  <a:lnTo>
                    <a:pt x="1046115" y="543729"/>
                  </a:lnTo>
                  <a:lnTo>
                    <a:pt x="1114435" y="547640"/>
                  </a:lnTo>
                  <a:lnTo>
                    <a:pt x="1184083" y="550989"/>
                  </a:lnTo>
                  <a:lnTo>
                    <a:pt x="1254977" y="553762"/>
                  </a:lnTo>
                  <a:lnTo>
                    <a:pt x="1327037" y="555944"/>
                  </a:lnTo>
                  <a:lnTo>
                    <a:pt x="1400182" y="557520"/>
                  </a:lnTo>
                  <a:lnTo>
                    <a:pt x="1474330" y="558477"/>
                  </a:lnTo>
                  <a:lnTo>
                    <a:pt x="1549400" y="558800"/>
                  </a:lnTo>
                  <a:lnTo>
                    <a:pt x="1624469" y="558477"/>
                  </a:lnTo>
                  <a:lnTo>
                    <a:pt x="1698617" y="557520"/>
                  </a:lnTo>
                  <a:lnTo>
                    <a:pt x="1771761" y="555944"/>
                  </a:lnTo>
                  <a:lnTo>
                    <a:pt x="1843821" y="553762"/>
                  </a:lnTo>
                  <a:lnTo>
                    <a:pt x="1914716" y="550989"/>
                  </a:lnTo>
                  <a:lnTo>
                    <a:pt x="1984364" y="547640"/>
                  </a:lnTo>
                  <a:lnTo>
                    <a:pt x="2052683" y="543729"/>
                  </a:lnTo>
                  <a:lnTo>
                    <a:pt x="2119594" y="539272"/>
                  </a:lnTo>
                  <a:lnTo>
                    <a:pt x="2185015" y="534283"/>
                  </a:lnTo>
                  <a:lnTo>
                    <a:pt x="2248864" y="528776"/>
                  </a:lnTo>
                  <a:lnTo>
                    <a:pt x="2311060" y="522766"/>
                  </a:lnTo>
                  <a:lnTo>
                    <a:pt x="2371523" y="516268"/>
                  </a:lnTo>
                  <a:lnTo>
                    <a:pt x="2430171" y="509296"/>
                  </a:lnTo>
                  <a:lnTo>
                    <a:pt x="2486923" y="501865"/>
                  </a:lnTo>
                  <a:lnTo>
                    <a:pt x="2541698" y="493990"/>
                  </a:lnTo>
                  <a:lnTo>
                    <a:pt x="2594414" y="485685"/>
                  </a:lnTo>
                  <a:lnTo>
                    <a:pt x="2644991" y="476965"/>
                  </a:lnTo>
                  <a:lnTo>
                    <a:pt x="2693347" y="467845"/>
                  </a:lnTo>
                  <a:lnTo>
                    <a:pt x="2739401" y="458339"/>
                  </a:lnTo>
                  <a:lnTo>
                    <a:pt x="2783072" y="448461"/>
                  </a:lnTo>
                  <a:lnTo>
                    <a:pt x="2824279" y="438227"/>
                  </a:lnTo>
                  <a:lnTo>
                    <a:pt x="2862941" y="427652"/>
                  </a:lnTo>
                  <a:lnTo>
                    <a:pt x="2932303" y="405533"/>
                  </a:lnTo>
                  <a:lnTo>
                    <a:pt x="2990510" y="382222"/>
                  </a:lnTo>
                  <a:lnTo>
                    <a:pt x="3036913" y="357836"/>
                  </a:lnTo>
                  <a:lnTo>
                    <a:pt x="3070861" y="332492"/>
                  </a:lnTo>
                  <a:lnTo>
                    <a:pt x="3097013" y="292937"/>
                  </a:lnTo>
                  <a:lnTo>
                    <a:pt x="3098799" y="279400"/>
                  </a:lnTo>
                  <a:lnTo>
                    <a:pt x="3097013" y="265862"/>
                  </a:lnTo>
                  <a:lnTo>
                    <a:pt x="3070861" y="226307"/>
                  </a:lnTo>
                  <a:lnTo>
                    <a:pt x="3036913" y="200963"/>
                  </a:lnTo>
                  <a:lnTo>
                    <a:pt x="2990510" y="176577"/>
                  </a:lnTo>
                  <a:lnTo>
                    <a:pt x="2932303" y="153266"/>
                  </a:lnTo>
                  <a:lnTo>
                    <a:pt x="2862941" y="131147"/>
                  </a:lnTo>
                  <a:lnTo>
                    <a:pt x="2824279" y="120572"/>
                  </a:lnTo>
                  <a:lnTo>
                    <a:pt x="2783072" y="110338"/>
                  </a:lnTo>
                  <a:lnTo>
                    <a:pt x="2739401" y="100460"/>
                  </a:lnTo>
                  <a:lnTo>
                    <a:pt x="2693347" y="90954"/>
                  </a:lnTo>
                  <a:lnTo>
                    <a:pt x="2644991" y="81834"/>
                  </a:lnTo>
                  <a:lnTo>
                    <a:pt x="2594414" y="73114"/>
                  </a:lnTo>
                  <a:lnTo>
                    <a:pt x="2541698" y="64809"/>
                  </a:lnTo>
                  <a:lnTo>
                    <a:pt x="2486923" y="56934"/>
                  </a:lnTo>
                  <a:lnTo>
                    <a:pt x="2430171" y="49503"/>
                  </a:lnTo>
                  <a:lnTo>
                    <a:pt x="2371523" y="42531"/>
                  </a:lnTo>
                  <a:lnTo>
                    <a:pt x="2311060" y="36033"/>
                  </a:lnTo>
                  <a:lnTo>
                    <a:pt x="2248864" y="30023"/>
                  </a:lnTo>
                  <a:lnTo>
                    <a:pt x="2185015" y="24516"/>
                  </a:lnTo>
                  <a:lnTo>
                    <a:pt x="2119594" y="19527"/>
                  </a:lnTo>
                  <a:lnTo>
                    <a:pt x="2052683" y="15070"/>
                  </a:lnTo>
                  <a:lnTo>
                    <a:pt x="1984364" y="11159"/>
                  </a:lnTo>
                  <a:lnTo>
                    <a:pt x="1914716" y="7810"/>
                  </a:lnTo>
                  <a:lnTo>
                    <a:pt x="1843821" y="5037"/>
                  </a:lnTo>
                  <a:lnTo>
                    <a:pt x="1771761" y="2855"/>
                  </a:lnTo>
                  <a:lnTo>
                    <a:pt x="1698617" y="1279"/>
                  </a:lnTo>
                  <a:lnTo>
                    <a:pt x="1624469" y="322"/>
                  </a:lnTo>
                  <a:lnTo>
                    <a:pt x="154940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" name="object 21"/>
            <p:cNvSpPr/>
            <p:nvPr/>
          </p:nvSpPr>
          <p:spPr>
            <a:xfrm>
              <a:off x="3796600" y="5054599"/>
              <a:ext cx="3098800" cy="558800"/>
            </a:xfrm>
            <a:custGeom>
              <a:avLst/>
              <a:gdLst/>
              <a:ahLst/>
              <a:cxnLst/>
              <a:rect l="l" t="t" r="r" b="b"/>
              <a:pathLst>
                <a:path w="3098800" h="558800">
                  <a:moveTo>
                    <a:pt x="3098799" y="279400"/>
                  </a:moveTo>
                  <a:lnTo>
                    <a:pt x="3082963" y="239301"/>
                  </a:lnTo>
                  <a:lnTo>
                    <a:pt x="3036913" y="200963"/>
                  </a:lnTo>
                  <a:lnTo>
                    <a:pt x="2990510" y="176577"/>
                  </a:lnTo>
                  <a:lnTo>
                    <a:pt x="2932303" y="153266"/>
                  </a:lnTo>
                  <a:lnTo>
                    <a:pt x="2862941" y="131147"/>
                  </a:lnTo>
                  <a:lnTo>
                    <a:pt x="2824279" y="120572"/>
                  </a:lnTo>
                  <a:lnTo>
                    <a:pt x="2783072" y="110338"/>
                  </a:lnTo>
                  <a:lnTo>
                    <a:pt x="2739401" y="100460"/>
                  </a:lnTo>
                  <a:lnTo>
                    <a:pt x="2693347" y="90954"/>
                  </a:lnTo>
                  <a:lnTo>
                    <a:pt x="2644991" y="81834"/>
                  </a:lnTo>
                  <a:lnTo>
                    <a:pt x="2594414" y="73114"/>
                  </a:lnTo>
                  <a:lnTo>
                    <a:pt x="2541698" y="64809"/>
                  </a:lnTo>
                  <a:lnTo>
                    <a:pt x="2486923" y="56934"/>
                  </a:lnTo>
                  <a:lnTo>
                    <a:pt x="2430171" y="49503"/>
                  </a:lnTo>
                  <a:lnTo>
                    <a:pt x="2371523" y="42531"/>
                  </a:lnTo>
                  <a:lnTo>
                    <a:pt x="2311060" y="36033"/>
                  </a:lnTo>
                  <a:lnTo>
                    <a:pt x="2248864" y="30023"/>
                  </a:lnTo>
                  <a:lnTo>
                    <a:pt x="2185015" y="24516"/>
                  </a:lnTo>
                  <a:lnTo>
                    <a:pt x="2119594" y="19527"/>
                  </a:lnTo>
                  <a:lnTo>
                    <a:pt x="2052683" y="15070"/>
                  </a:lnTo>
                  <a:lnTo>
                    <a:pt x="1984364" y="11159"/>
                  </a:lnTo>
                  <a:lnTo>
                    <a:pt x="1914716" y="7810"/>
                  </a:lnTo>
                  <a:lnTo>
                    <a:pt x="1843821" y="5037"/>
                  </a:lnTo>
                  <a:lnTo>
                    <a:pt x="1771761" y="2855"/>
                  </a:lnTo>
                  <a:lnTo>
                    <a:pt x="1698617" y="1279"/>
                  </a:lnTo>
                  <a:lnTo>
                    <a:pt x="1624469" y="322"/>
                  </a:lnTo>
                  <a:lnTo>
                    <a:pt x="1549400" y="0"/>
                  </a:lnTo>
                  <a:lnTo>
                    <a:pt x="1474330" y="322"/>
                  </a:lnTo>
                  <a:lnTo>
                    <a:pt x="1400182" y="1279"/>
                  </a:lnTo>
                  <a:lnTo>
                    <a:pt x="1327037" y="2855"/>
                  </a:lnTo>
                  <a:lnTo>
                    <a:pt x="1254977" y="5037"/>
                  </a:lnTo>
                  <a:lnTo>
                    <a:pt x="1184083" y="7810"/>
                  </a:lnTo>
                  <a:lnTo>
                    <a:pt x="1114435" y="11159"/>
                  </a:lnTo>
                  <a:lnTo>
                    <a:pt x="1046115" y="15070"/>
                  </a:lnTo>
                  <a:lnTo>
                    <a:pt x="979204" y="19527"/>
                  </a:lnTo>
                  <a:lnTo>
                    <a:pt x="913784" y="24516"/>
                  </a:lnTo>
                  <a:lnTo>
                    <a:pt x="849935" y="30023"/>
                  </a:lnTo>
                  <a:lnTo>
                    <a:pt x="787738" y="36033"/>
                  </a:lnTo>
                  <a:lnTo>
                    <a:pt x="727275" y="42531"/>
                  </a:lnTo>
                  <a:lnTo>
                    <a:pt x="668627" y="49503"/>
                  </a:lnTo>
                  <a:lnTo>
                    <a:pt x="611876" y="56934"/>
                  </a:lnTo>
                  <a:lnTo>
                    <a:pt x="557101" y="64809"/>
                  </a:lnTo>
                  <a:lnTo>
                    <a:pt x="504385" y="73114"/>
                  </a:lnTo>
                  <a:lnTo>
                    <a:pt x="453808" y="81834"/>
                  </a:lnTo>
                  <a:lnTo>
                    <a:pt x="405452" y="90954"/>
                  </a:lnTo>
                  <a:lnTo>
                    <a:pt x="359398" y="100460"/>
                  </a:lnTo>
                  <a:lnTo>
                    <a:pt x="315727" y="110338"/>
                  </a:lnTo>
                  <a:lnTo>
                    <a:pt x="274520" y="120572"/>
                  </a:lnTo>
                  <a:lnTo>
                    <a:pt x="235858" y="131147"/>
                  </a:lnTo>
                  <a:lnTo>
                    <a:pt x="166496" y="153266"/>
                  </a:lnTo>
                  <a:lnTo>
                    <a:pt x="108288" y="176577"/>
                  </a:lnTo>
                  <a:lnTo>
                    <a:pt x="61886" y="200963"/>
                  </a:lnTo>
                  <a:lnTo>
                    <a:pt x="27937" y="226307"/>
                  </a:lnTo>
                  <a:lnTo>
                    <a:pt x="1786" y="265862"/>
                  </a:lnTo>
                  <a:lnTo>
                    <a:pt x="0" y="279400"/>
                  </a:lnTo>
                  <a:lnTo>
                    <a:pt x="1786" y="292937"/>
                  </a:lnTo>
                  <a:lnTo>
                    <a:pt x="27937" y="332492"/>
                  </a:lnTo>
                  <a:lnTo>
                    <a:pt x="61886" y="357836"/>
                  </a:lnTo>
                  <a:lnTo>
                    <a:pt x="108288" y="382222"/>
                  </a:lnTo>
                  <a:lnTo>
                    <a:pt x="166496" y="405533"/>
                  </a:lnTo>
                  <a:lnTo>
                    <a:pt x="235858" y="427652"/>
                  </a:lnTo>
                  <a:lnTo>
                    <a:pt x="274520" y="438227"/>
                  </a:lnTo>
                  <a:lnTo>
                    <a:pt x="315727" y="448461"/>
                  </a:lnTo>
                  <a:lnTo>
                    <a:pt x="359398" y="458339"/>
                  </a:lnTo>
                  <a:lnTo>
                    <a:pt x="405452" y="467845"/>
                  </a:lnTo>
                  <a:lnTo>
                    <a:pt x="453808" y="476965"/>
                  </a:lnTo>
                  <a:lnTo>
                    <a:pt x="504385" y="485685"/>
                  </a:lnTo>
                  <a:lnTo>
                    <a:pt x="557101" y="493990"/>
                  </a:lnTo>
                  <a:lnTo>
                    <a:pt x="611876" y="501865"/>
                  </a:lnTo>
                  <a:lnTo>
                    <a:pt x="668627" y="509296"/>
                  </a:lnTo>
                  <a:lnTo>
                    <a:pt x="727275" y="516268"/>
                  </a:lnTo>
                  <a:lnTo>
                    <a:pt x="787738" y="522766"/>
                  </a:lnTo>
                  <a:lnTo>
                    <a:pt x="849935" y="528776"/>
                  </a:lnTo>
                  <a:lnTo>
                    <a:pt x="913784" y="534283"/>
                  </a:lnTo>
                  <a:lnTo>
                    <a:pt x="979204" y="539272"/>
                  </a:lnTo>
                  <a:lnTo>
                    <a:pt x="1046115" y="543729"/>
                  </a:lnTo>
                  <a:lnTo>
                    <a:pt x="1114435" y="547640"/>
                  </a:lnTo>
                  <a:lnTo>
                    <a:pt x="1184083" y="550989"/>
                  </a:lnTo>
                  <a:lnTo>
                    <a:pt x="1254977" y="553762"/>
                  </a:lnTo>
                  <a:lnTo>
                    <a:pt x="1327037" y="555944"/>
                  </a:lnTo>
                  <a:lnTo>
                    <a:pt x="1400182" y="557520"/>
                  </a:lnTo>
                  <a:lnTo>
                    <a:pt x="1474330" y="558477"/>
                  </a:lnTo>
                  <a:lnTo>
                    <a:pt x="1549400" y="558800"/>
                  </a:lnTo>
                  <a:lnTo>
                    <a:pt x="1624469" y="558477"/>
                  </a:lnTo>
                  <a:lnTo>
                    <a:pt x="1698617" y="557520"/>
                  </a:lnTo>
                  <a:lnTo>
                    <a:pt x="1771761" y="555944"/>
                  </a:lnTo>
                  <a:lnTo>
                    <a:pt x="1843821" y="553762"/>
                  </a:lnTo>
                  <a:lnTo>
                    <a:pt x="1914716" y="550989"/>
                  </a:lnTo>
                  <a:lnTo>
                    <a:pt x="1984364" y="547640"/>
                  </a:lnTo>
                  <a:lnTo>
                    <a:pt x="2052683" y="543729"/>
                  </a:lnTo>
                  <a:lnTo>
                    <a:pt x="2119594" y="539272"/>
                  </a:lnTo>
                  <a:lnTo>
                    <a:pt x="2185015" y="534283"/>
                  </a:lnTo>
                  <a:lnTo>
                    <a:pt x="2248864" y="528776"/>
                  </a:lnTo>
                  <a:lnTo>
                    <a:pt x="2311060" y="522766"/>
                  </a:lnTo>
                  <a:lnTo>
                    <a:pt x="2371523" y="516268"/>
                  </a:lnTo>
                  <a:lnTo>
                    <a:pt x="2430171" y="509296"/>
                  </a:lnTo>
                  <a:lnTo>
                    <a:pt x="2486923" y="501865"/>
                  </a:lnTo>
                  <a:lnTo>
                    <a:pt x="2541698" y="493990"/>
                  </a:lnTo>
                  <a:lnTo>
                    <a:pt x="2594414" y="485685"/>
                  </a:lnTo>
                  <a:lnTo>
                    <a:pt x="2644991" y="476965"/>
                  </a:lnTo>
                  <a:lnTo>
                    <a:pt x="2693347" y="467845"/>
                  </a:lnTo>
                  <a:lnTo>
                    <a:pt x="2739401" y="458339"/>
                  </a:lnTo>
                  <a:lnTo>
                    <a:pt x="2783072" y="448461"/>
                  </a:lnTo>
                  <a:lnTo>
                    <a:pt x="2824279" y="438227"/>
                  </a:lnTo>
                  <a:lnTo>
                    <a:pt x="2862941" y="427652"/>
                  </a:lnTo>
                  <a:lnTo>
                    <a:pt x="2932303" y="405533"/>
                  </a:lnTo>
                  <a:lnTo>
                    <a:pt x="2990510" y="382222"/>
                  </a:lnTo>
                  <a:lnTo>
                    <a:pt x="3036913" y="357836"/>
                  </a:lnTo>
                  <a:lnTo>
                    <a:pt x="3070861" y="332492"/>
                  </a:lnTo>
                  <a:lnTo>
                    <a:pt x="3097013" y="292937"/>
                  </a:lnTo>
                  <a:lnTo>
                    <a:pt x="3098799" y="279400"/>
                  </a:lnTo>
                </a:path>
              </a:pathLst>
            </a:custGeom>
            <a:ln w="20320">
              <a:solidFill>
                <a:srgbClr val="0A7285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" name="object 22"/>
            <p:cNvSpPr/>
            <p:nvPr/>
          </p:nvSpPr>
          <p:spPr>
            <a:xfrm>
              <a:off x="3796600" y="5816599"/>
              <a:ext cx="3098800" cy="558800"/>
            </a:xfrm>
            <a:custGeom>
              <a:avLst/>
              <a:gdLst/>
              <a:ahLst/>
              <a:cxnLst/>
              <a:rect l="l" t="t" r="r" b="b"/>
              <a:pathLst>
                <a:path w="3098800" h="558800">
                  <a:moveTo>
                    <a:pt x="1549400" y="0"/>
                  </a:moveTo>
                  <a:lnTo>
                    <a:pt x="1474330" y="322"/>
                  </a:lnTo>
                  <a:lnTo>
                    <a:pt x="1400182" y="1279"/>
                  </a:lnTo>
                  <a:lnTo>
                    <a:pt x="1327037" y="2855"/>
                  </a:lnTo>
                  <a:lnTo>
                    <a:pt x="1254977" y="5037"/>
                  </a:lnTo>
                  <a:lnTo>
                    <a:pt x="1184083" y="7810"/>
                  </a:lnTo>
                  <a:lnTo>
                    <a:pt x="1114435" y="11159"/>
                  </a:lnTo>
                  <a:lnTo>
                    <a:pt x="1046115" y="15070"/>
                  </a:lnTo>
                  <a:lnTo>
                    <a:pt x="979204" y="19527"/>
                  </a:lnTo>
                  <a:lnTo>
                    <a:pt x="913784" y="24516"/>
                  </a:lnTo>
                  <a:lnTo>
                    <a:pt x="849935" y="30023"/>
                  </a:lnTo>
                  <a:lnTo>
                    <a:pt x="787738" y="36033"/>
                  </a:lnTo>
                  <a:lnTo>
                    <a:pt x="727275" y="42531"/>
                  </a:lnTo>
                  <a:lnTo>
                    <a:pt x="668627" y="49503"/>
                  </a:lnTo>
                  <a:lnTo>
                    <a:pt x="611876" y="56934"/>
                  </a:lnTo>
                  <a:lnTo>
                    <a:pt x="557101" y="64809"/>
                  </a:lnTo>
                  <a:lnTo>
                    <a:pt x="504385" y="73114"/>
                  </a:lnTo>
                  <a:lnTo>
                    <a:pt x="453808" y="81834"/>
                  </a:lnTo>
                  <a:lnTo>
                    <a:pt x="405452" y="90954"/>
                  </a:lnTo>
                  <a:lnTo>
                    <a:pt x="359398" y="100460"/>
                  </a:lnTo>
                  <a:lnTo>
                    <a:pt x="315727" y="110338"/>
                  </a:lnTo>
                  <a:lnTo>
                    <a:pt x="274520" y="120572"/>
                  </a:lnTo>
                  <a:lnTo>
                    <a:pt x="235858" y="131147"/>
                  </a:lnTo>
                  <a:lnTo>
                    <a:pt x="166496" y="153266"/>
                  </a:lnTo>
                  <a:lnTo>
                    <a:pt x="108288" y="176577"/>
                  </a:lnTo>
                  <a:lnTo>
                    <a:pt x="61886" y="200963"/>
                  </a:lnTo>
                  <a:lnTo>
                    <a:pt x="27937" y="226307"/>
                  </a:lnTo>
                  <a:lnTo>
                    <a:pt x="1786" y="265862"/>
                  </a:lnTo>
                  <a:lnTo>
                    <a:pt x="0" y="279400"/>
                  </a:lnTo>
                  <a:lnTo>
                    <a:pt x="1786" y="292937"/>
                  </a:lnTo>
                  <a:lnTo>
                    <a:pt x="27937" y="332492"/>
                  </a:lnTo>
                  <a:lnTo>
                    <a:pt x="61886" y="357836"/>
                  </a:lnTo>
                  <a:lnTo>
                    <a:pt x="108288" y="382222"/>
                  </a:lnTo>
                  <a:lnTo>
                    <a:pt x="166496" y="405533"/>
                  </a:lnTo>
                  <a:lnTo>
                    <a:pt x="235858" y="427652"/>
                  </a:lnTo>
                  <a:lnTo>
                    <a:pt x="274520" y="438227"/>
                  </a:lnTo>
                  <a:lnTo>
                    <a:pt x="315727" y="448461"/>
                  </a:lnTo>
                  <a:lnTo>
                    <a:pt x="359398" y="458339"/>
                  </a:lnTo>
                  <a:lnTo>
                    <a:pt x="405452" y="467845"/>
                  </a:lnTo>
                  <a:lnTo>
                    <a:pt x="453808" y="476965"/>
                  </a:lnTo>
                  <a:lnTo>
                    <a:pt x="504385" y="485685"/>
                  </a:lnTo>
                  <a:lnTo>
                    <a:pt x="557101" y="493990"/>
                  </a:lnTo>
                  <a:lnTo>
                    <a:pt x="611876" y="501865"/>
                  </a:lnTo>
                  <a:lnTo>
                    <a:pt x="668627" y="509296"/>
                  </a:lnTo>
                  <a:lnTo>
                    <a:pt x="727275" y="516268"/>
                  </a:lnTo>
                  <a:lnTo>
                    <a:pt x="787738" y="522766"/>
                  </a:lnTo>
                  <a:lnTo>
                    <a:pt x="849935" y="528776"/>
                  </a:lnTo>
                  <a:lnTo>
                    <a:pt x="913784" y="534283"/>
                  </a:lnTo>
                  <a:lnTo>
                    <a:pt x="979204" y="539272"/>
                  </a:lnTo>
                  <a:lnTo>
                    <a:pt x="1046115" y="543729"/>
                  </a:lnTo>
                  <a:lnTo>
                    <a:pt x="1114435" y="547640"/>
                  </a:lnTo>
                  <a:lnTo>
                    <a:pt x="1184083" y="550989"/>
                  </a:lnTo>
                  <a:lnTo>
                    <a:pt x="1254977" y="553762"/>
                  </a:lnTo>
                  <a:lnTo>
                    <a:pt x="1327037" y="555944"/>
                  </a:lnTo>
                  <a:lnTo>
                    <a:pt x="1400182" y="557521"/>
                  </a:lnTo>
                  <a:lnTo>
                    <a:pt x="1474330" y="558477"/>
                  </a:lnTo>
                  <a:lnTo>
                    <a:pt x="1549400" y="558800"/>
                  </a:lnTo>
                  <a:lnTo>
                    <a:pt x="1624469" y="558477"/>
                  </a:lnTo>
                  <a:lnTo>
                    <a:pt x="1698617" y="557521"/>
                  </a:lnTo>
                  <a:lnTo>
                    <a:pt x="1771761" y="555944"/>
                  </a:lnTo>
                  <a:lnTo>
                    <a:pt x="1843821" y="553762"/>
                  </a:lnTo>
                  <a:lnTo>
                    <a:pt x="1914716" y="550989"/>
                  </a:lnTo>
                  <a:lnTo>
                    <a:pt x="1984364" y="547640"/>
                  </a:lnTo>
                  <a:lnTo>
                    <a:pt x="2052683" y="543729"/>
                  </a:lnTo>
                  <a:lnTo>
                    <a:pt x="2119594" y="539272"/>
                  </a:lnTo>
                  <a:lnTo>
                    <a:pt x="2185015" y="534283"/>
                  </a:lnTo>
                  <a:lnTo>
                    <a:pt x="2248864" y="528776"/>
                  </a:lnTo>
                  <a:lnTo>
                    <a:pt x="2311060" y="522766"/>
                  </a:lnTo>
                  <a:lnTo>
                    <a:pt x="2371523" y="516268"/>
                  </a:lnTo>
                  <a:lnTo>
                    <a:pt x="2430171" y="509296"/>
                  </a:lnTo>
                  <a:lnTo>
                    <a:pt x="2486923" y="501865"/>
                  </a:lnTo>
                  <a:lnTo>
                    <a:pt x="2541698" y="493990"/>
                  </a:lnTo>
                  <a:lnTo>
                    <a:pt x="2594414" y="485685"/>
                  </a:lnTo>
                  <a:lnTo>
                    <a:pt x="2644991" y="476965"/>
                  </a:lnTo>
                  <a:lnTo>
                    <a:pt x="2693347" y="467845"/>
                  </a:lnTo>
                  <a:lnTo>
                    <a:pt x="2739401" y="458339"/>
                  </a:lnTo>
                  <a:lnTo>
                    <a:pt x="2783072" y="448461"/>
                  </a:lnTo>
                  <a:lnTo>
                    <a:pt x="2824279" y="438227"/>
                  </a:lnTo>
                  <a:lnTo>
                    <a:pt x="2862941" y="427652"/>
                  </a:lnTo>
                  <a:lnTo>
                    <a:pt x="2932303" y="405533"/>
                  </a:lnTo>
                  <a:lnTo>
                    <a:pt x="2990510" y="382222"/>
                  </a:lnTo>
                  <a:lnTo>
                    <a:pt x="3036913" y="357836"/>
                  </a:lnTo>
                  <a:lnTo>
                    <a:pt x="3070861" y="332492"/>
                  </a:lnTo>
                  <a:lnTo>
                    <a:pt x="3097013" y="292937"/>
                  </a:lnTo>
                  <a:lnTo>
                    <a:pt x="3098799" y="279400"/>
                  </a:lnTo>
                  <a:lnTo>
                    <a:pt x="3097013" y="265862"/>
                  </a:lnTo>
                  <a:lnTo>
                    <a:pt x="3070861" y="226307"/>
                  </a:lnTo>
                  <a:lnTo>
                    <a:pt x="3036913" y="200963"/>
                  </a:lnTo>
                  <a:lnTo>
                    <a:pt x="2990510" y="176577"/>
                  </a:lnTo>
                  <a:lnTo>
                    <a:pt x="2932303" y="153266"/>
                  </a:lnTo>
                  <a:lnTo>
                    <a:pt x="2862941" y="131147"/>
                  </a:lnTo>
                  <a:lnTo>
                    <a:pt x="2824279" y="120572"/>
                  </a:lnTo>
                  <a:lnTo>
                    <a:pt x="2783072" y="110338"/>
                  </a:lnTo>
                  <a:lnTo>
                    <a:pt x="2739401" y="100460"/>
                  </a:lnTo>
                  <a:lnTo>
                    <a:pt x="2693347" y="90954"/>
                  </a:lnTo>
                  <a:lnTo>
                    <a:pt x="2644991" y="81834"/>
                  </a:lnTo>
                  <a:lnTo>
                    <a:pt x="2594414" y="73114"/>
                  </a:lnTo>
                  <a:lnTo>
                    <a:pt x="2541698" y="64809"/>
                  </a:lnTo>
                  <a:lnTo>
                    <a:pt x="2486923" y="56934"/>
                  </a:lnTo>
                  <a:lnTo>
                    <a:pt x="2430171" y="49503"/>
                  </a:lnTo>
                  <a:lnTo>
                    <a:pt x="2371523" y="42531"/>
                  </a:lnTo>
                  <a:lnTo>
                    <a:pt x="2311060" y="36033"/>
                  </a:lnTo>
                  <a:lnTo>
                    <a:pt x="2248864" y="30023"/>
                  </a:lnTo>
                  <a:lnTo>
                    <a:pt x="2185015" y="24516"/>
                  </a:lnTo>
                  <a:lnTo>
                    <a:pt x="2119594" y="19527"/>
                  </a:lnTo>
                  <a:lnTo>
                    <a:pt x="2052683" y="15070"/>
                  </a:lnTo>
                  <a:lnTo>
                    <a:pt x="1984364" y="11159"/>
                  </a:lnTo>
                  <a:lnTo>
                    <a:pt x="1914716" y="7810"/>
                  </a:lnTo>
                  <a:lnTo>
                    <a:pt x="1843821" y="5037"/>
                  </a:lnTo>
                  <a:lnTo>
                    <a:pt x="1771761" y="2855"/>
                  </a:lnTo>
                  <a:lnTo>
                    <a:pt x="1698617" y="1279"/>
                  </a:lnTo>
                  <a:lnTo>
                    <a:pt x="1624469" y="322"/>
                  </a:lnTo>
                  <a:lnTo>
                    <a:pt x="154940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" name="object 23"/>
            <p:cNvSpPr/>
            <p:nvPr/>
          </p:nvSpPr>
          <p:spPr>
            <a:xfrm>
              <a:off x="3796600" y="5816599"/>
              <a:ext cx="3098800" cy="558800"/>
            </a:xfrm>
            <a:custGeom>
              <a:avLst/>
              <a:gdLst/>
              <a:ahLst/>
              <a:cxnLst/>
              <a:rect l="l" t="t" r="r" b="b"/>
              <a:pathLst>
                <a:path w="3098800" h="558800">
                  <a:moveTo>
                    <a:pt x="3098799" y="279400"/>
                  </a:moveTo>
                  <a:lnTo>
                    <a:pt x="3082963" y="239301"/>
                  </a:lnTo>
                  <a:lnTo>
                    <a:pt x="3036913" y="200963"/>
                  </a:lnTo>
                  <a:lnTo>
                    <a:pt x="2990510" y="176577"/>
                  </a:lnTo>
                  <a:lnTo>
                    <a:pt x="2932303" y="153266"/>
                  </a:lnTo>
                  <a:lnTo>
                    <a:pt x="2862941" y="131147"/>
                  </a:lnTo>
                  <a:lnTo>
                    <a:pt x="2824279" y="120572"/>
                  </a:lnTo>
                  <a:lnTo>
                    <a:pt x="2783072" y="110338"/>
                  </a:lnTo>
                  <a:lnTo>
                    <a:pt x="2739401" y="100460"/>
                  </a:lnTo>
                  <a:lnTo>
                    <a:pt x="2693347" y="90954"/>
                  </a:lnTo>
                  <a:lnTo>
                    <a:pt x="2644991" y="81834"/>
                  </a:lnTo>
                  <a:lnTo>
                    <a:pt x="2594414" y="73114"/>
                  </a:lnTo>
                  <a:lnTo>
                    <a:pt x="2541698" y="64809"/>
                  </a:lnTo>
                  <a:lnTo>
                    <a:pt x="2486923" y="56934"/>
                  </a:lnTo>
                  <a:lnTo>
                    <a:pt x="2430171" y="49503"/>
                  </a:lnTo>
                  <a:lnTo>
                    <a:pt x="2371523" y="42531"/>
                  </a:lnTo>
                  <a:lnTo>
                    <a:pt x="2311060" y="36033"/>
                  </a:lnTo>
                  <a:lnTo>
                    <a:pt x="2248864" y="30023"/>
                  </a:lnTo>
                  <a:lnTo>
                    <a:pt x="2185015" y="24516"/>
                  </a:lnTo>
                  <a:lnTo>
                    <a:pt x="2119594" y="19527"/>
                  </a:lnTo>
                  <a:lnTo>
                    <a:pt x="2052683" y="15070"/>
                  </a:lnTo>
                  <a:lnTo>
                    <a:pt x="1984364" y="11159"/>
                  </a:lnTo>
                  <a:lnTo>
                    <a:pt x="1914716" y="7810"/>
                  </a:lnTo>
                  <a:lnTo>
                    <a:pt x="1843821" y="5037"/>
                  </a:lnTo>
                  <a:lnTo>
                    <a:pt x="1771761" y="2855"/>
                  </a:lnTo>
                  <a:lnTo>
                    <a:pt x="1698617" y="1279"/>
                  </a:lnTo>
                  <a:lnTo>
                    <a:pt x="1624469" y="322"/>
                  </a:lnTo>
                  <a:lnTo>
                    <a:pt x="1549400" y="0"/>
                  </a:lnTo>
                  <a:lnTo>
                    <a:pt x="1474330" y="322"/>
                  </a:lnTo>
                  <a:lnTo>
                    <a:pt x="1400182" y="1279"/>
                  </a:lnTo>
                  <a:lnTo>
                    <a:pt x="1327037" y="2855"/>
                  </a:lnTo>
                  <a:lnTo>
                    <a:pt x="1254977" y="5037"/>
                  </a:lnTo>
                  <a:lnTo>
                    <a:pt x="1184083" y="7810"/>
                  </a:lnTo>
                  <a:lnTo>
                    <a:pt x="1114435" y="11159"/>
                  </a:lnTo>
                  <a:lnTo>
                    <a:pt x="1046115" y="15070"/>
                  </a:lnTo>
                  <a:lnTo>
                    <a:pt x="979204" y="19527"/>
                  </a:lnTo>
                  <a:lnTo>
                    <a:pt x="913784" y="24516"/>
                  </a:lnTo>
                  <a:lnTo>
                    <a:pt x="849935" y="30023"/>
                  </a:lnTo>
                  <a:lnTo>
                    <a:pt x="787738" y="36033"/>
                  </a:lnTo>
                  <a:lnTo>
                    <a:pt x="727275" y="42531"/>
                  </a:lnTo>
                  <a:lnTo>
                    <a:pt x="668627" y="49503"/>
                  </a:lnTo>
                  <a:lnTo>
                    <a:pt x="611876" y="56934"/>
                  </a:lnTo>
                  <a:lnTo>
                    <a:pt x="557101" y="64809"/>
                  </a:lnTo>
                  <a:lnTo>
                    <a:pt x="504385" y="73114"/>
                  </a:lnTo>
                  <a:lnTo>
                    <a:pt x="453808" y="81834"/>
                  </a:lnTo>
                  <a:lnTo>
                    <a:pt x="405452" y="90954"/>
                  </a:lnTo>
                  <a:lnTo>
                    <a:pt x="359398" y="100460"/>
                  </a:lnTo>
                  <a:lnTo>
                    <a:pt x="315727" y="110338"/>
                  </a:lnTo>
                  <a:lnTo>
                    <a:pt x="274520" y="120572"/>
                  </a:lnTo>
                  <a:lnTo>
                    <a:pt x="235858" y="131147"/>
                  </a:lnTo>
                  <a:lnTo>
                    <a:pt x="166496" y="153266"/>
                  </a:lnTo>
                  <a:lnTo>
                    <a:pt x="108288" y="176577"/>
                  </a:lnTo>
                  <a:lnTo>
                    <a:pt x="61886" y="200963"/>
                  </a:lnTo>
                  <a:lnTo>
                    <a:pt x="27937" y="226307"/>
                  </a:lnTo>
                  <a:lnTo>
                    <a:pt x="1786" y="265862"/>
                  </a:lnTo>
                  <a:lnTo>
                    <a:pt x="0" y="279400"/>
                  </a:lnTo>
                  <a:lnTo>
                    <a:pt x="1786" y="292937"/>
                  </a:lnTo>
                  <a:lnTo>
                    <a:pt x="27937" y="332492"/>
                  </a:lnTo>
                  <a:lnTo>
                    <a:pt x="61886" y="357836"/>
                  </a:lnTo>
                  <a:lnTo>
                    <a:pt x="108288" y="382222"/>
                  </a:lnTo>
                  <a:lnTo>
                    <a:pt x="166496" y="405533"/>
                  </a:lnTo>
                  <a:lnTo>
                    <a:pt x="235858" y="427652"/>
                  </a:lnTo>
                  <a:lnTo>
                    <a:pt x="274520" y="438227"/>
                  </a:lnTo>
                  <a:lnTo>
                    <a:pt x="315727" y="448461"/>
                  </a:lnTo>
                  <a:lnTo>
                    <a:pt x="359398" y="458339"/>
                  </a:lnTo>
                  <a:lnTo>
                    <a:pt x="405452" y="467845"/>
                  </a:lnTo>
                  <a:lnTo>
                    <a:pt x="453808" y="476965"/>
                  </a:lnTo>
                  <a:lnTo>
                    <a:pt x="504385" y="485685"/>
                  </a:lnTo>
                  <a:lnTo>
                    <a:pt x="557101" y="493990"/>
                  </a:lnTo>
                  <a:lnTo>
                    <a:pt x="611876" y="501865"/>
                  </a:lnTo>
                  <a:lnTo>
                    <a:pt x="668627" y="509296"/>
                  </a:lnTo>
                  <a:lnTo>
                    <a:pt x="727275" y="516268"/>
                  </a:lnTo>
                  <a:lnTo>
                    <a:pt x="787738" y="522766"/>
                  </a:lnTo>
                  <a:lnTo>
                    <a:pt x="849935" y="528776"/>
                  </a:lnTo>
                  <a:lnTo>
                    <a:pt x="913784" y="534283"/>
                  </a:lnTo>
                  <a:lnTo>
                    <a:pt x="979204" y="539272"/>
                  </a:lnTo>
                  <a:lnTo>
                    <a:pt x="1046115" y="543729"/>
                  </a:lnTo>
                  <a:lnTo>
                    <a:pt x="1114435" y="547640"/>
                  </a:lnTo>
                  <a:lnTo>
                    <a:pt x="1184083" y="550989"/>
                  </a:lnTo>
                  <a:lnTo>
                    <a:pt x="1254977" y="553762"/>
                  </a:lnTo>
                  <a:lnTo>
                    <a:pt x="1327037" y="555944"/>
                  </a:lnTo>
                  <a:lnTo>
                    <a:pt x="1400182" y="557521"/>
                  </a:lnTo>
                  <a:lnTo>
                    <a:pt x="1474330" y="558477"/>
                  </a:lnTo>
                  <a:lnTo>
                    <a:pt x="1549400" y="558800"/>
                  </a:lnTo>
                  <a:lnTo>
                    <a:pt x="1624469" y="558477"/>
                  </a:lnTo>
                  <a:lnTo>
                    <a:pt x="1698617" y="557521"/>
                  </a:lnTo>
                  <a:lnTo>
                    <a:pt x="1771761" y="555944"/>
                  </a:lnTo>
                  <a:lnTo>
                    <a:pt x="1843821" y="553762"/>
                  </a:lnTo>
                  <a:lnTo>
                    <a:pt x="1914716" y="550989"/>
                  </a:lnTo>
                  <a:lnTo>
                    <a:pt x="1984364" y="547640"/>
                  </a:lnTo>
                  <a:lnTo>
                    <a:pt x="2052683" y="543729"/>
                  </a:lnTo>
                  <a:lnTo>
                    <a:pt x="2119594" y="539272"/>
                  </a:lnTo>
                  <a:lnTo>
                    <a:pt x="2185015" y="534283"/>
                  </a:lnTo>
                  <a:lnTo>
                    <a:pt x="2248864" y="528776"/>
                  </a:lnTo>
                  <a:lnTo>
                    <a:pt x="2311060" y="522766"/>
                  </a:lnTo>
                  <a:lnTo>
                    <a:pt x="2371523" y="516268"/>
                  </a:lnTo>
                  <a:lnTo>
                    <a:pt x="2430171" y="509296"/>
                  </a:lnTo>
                  <a:lnTo>
                    <a:pt x="2486923" y="501865"/>
                  </a:lnTo>
                  <a:lnTo>
                    <a:pt x="2541698" y="493990"/>
                  </a:lnTo>
                  <a:lnTo>
                    <a:pt x="2594414" y="485685"/>
                  </a:lnTo>
                  <a:lnTo>
                    <a:pt x="2644991" y="476965"/>
                  </a:lnTo>
                  <a:lnTo>
                    <a:pt x="2693347" y="467845"/>
                  </a:lnTo>
                  <a:lnTo>
                    <a:pt x="2739401" y="458339"/>
                  </a:lnTo>
                  <a:lnTo>
                    <a:pt x="2783072" y="448461"/>
                  </a:lnTo>
                  <a:lnTo>
                    <a:pt x="2824279" y="438227"/>
                  </a:lnTo>
                  <a:lnTo>
                    <a:pt x="2862941" y="427652"/>
                  </a:lnTo>
                  <a:lnTo>
                    <a:pt x="2932303" y="405533"/>
                  </a:lnTo>
                  <a:lnTo>
                    <a:pt x="2990510" y="382222"/>
                  </a:lnTo>
                  <a:lnTo>
                    <a:pt x="3036913" y="357836"/>
                  </a:lnTo>
                  <a:lnTo>
                    <a:pt x="3070861" y="332492"/>
                  </a:lnTo>
                  <a:lnTo>
                    <a:pt x="3097013" y="292937"/>
                  </a:lnTo>
                  <a:lnTo>
                    <a:pt x="3098799" y="279400"/>
                  </a:lnTo>
                </a:path>
              </a:pathLst>
            </a:custGeom>
            <a:ln w="20320">
              <a:solidFill>
                <a:srgbClr val="0A7285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4" name="object 2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788669" y="1325569"/>
              <a:ext cx="251460" cy="251459"/>
            </a:xfrm>
            <a:prstGeom prst="rect">
              <a:avLst/>
            </a:prstGeom>
          </p:spPr>
        </p:pic>
        <p:sp>
          <p:nvSpPr>
            <p:cNvPr id="25" name="object 25"/>
            <p:cNvSpPr/>
            <p:nvPr/>
          </p:nvSpPr>
          <p:spPr>
            <a:xfrm>
              <a:off x="736599" y="1565599"/>
              <a:ext cx="355600" cy="482600"/>
            </a:xfrm>
            <a:custGeom>
              <a:avLst/>
              <a:gdLst/>
              <a:ahLst/>
              <a:cxnLst/>
              <a:rect l="l" t="t" r="r" b="b"/>
              <a:pathLst>
                <a:path w="355600" h="482600">
                  <a:moveTo>
                    <a:pt x="177800" y="0"/>
                  </a:moveTo>
                  <a:lnTo>
                    <a:pt x="177800" y="279400"/>
                  </a:lnTo>
                </a:path>
                <a:path w="355600" h="482600">
                  <a:moveTo>
                    <a:pt x="0" y="76200"/>
                  </a:moveTo>
                  <a:lnTo>
                    <a:pt x="355600" y="76200"/>
                  </a:lnTo>
                </a:path>
                <a:path w="355600" h="482600">
                  <a:moveTo>
                    <a:pt x="177800" y="279400"/>
                  </a:moveTo>
                  <a:lnTo>
                    <a:pt x="25400" y="482600"/>
                  </a:lnTo>
                </a:path>
                <a:path w="355600" h="482600">
                  <a:moveTo>
                    <a:pt x="177800" y="279400"/>
                  </a:moveTo>
                  <a:lnTo>
                    <a:pt x="330200" y="482600"/>
                  </a:lnTo>
                </a:path>
              </a:pathLst>
            </a:custGeom>
            <a:ln w="22860">
              <a:solidFill>
                <a:srgbClr val="1A6B3A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6" name="object 26"/>
          <p:cNvSpPr txBox="1"/>
          <p:nvPr/>
        </p:nvSpPr>
        <p:spPr>
          <a:xfrm>
            <a:off x="625043" y="1997399"/>
            <a:ext cx="579120" cy="274320"/>
          </a:xfrm>
          <a:prstGeom prst="rect">
            <a:avLst/>
          </a:prstGeom>
        </p:spPr>
        <p:txBody>
          <a:bodyPr vert="horz" wrap="square" lIns="0" tIns="7620" rIns="0" bIns="0" rtlCol="0">
            <a:spAutoFit/>
          </a:bodyPr>
          <a:lstStyle/>
          <a:p>
            <a:pPr marL="102870" marR="5080" indent="-90805">
              <a:lnSpc>
                <a:spcPct val="104200"/>
              </a:lnSpc>
              <a:spcBef>
                <a:spcPts val="60"/>
              </a:spcBef>
            </a:pPr>
            <a:r>
              <a:rPr sz="800" b="1" spc="-10" dirty="0">
                <a:solidFill>
                  <a:srgbClr val="1A6B3A"/>
                </a:solidFill>
                <a:latin typeface="Arial"/>
                <a:cs typeface="Arial"/>
              </a:rPr>
              <a:t>Subscribed Retailer</a:t>
            </a:r>
            <a:endParaRPr sz="800">
              <a:latin typeface="Arial"/>
              <a:cs typeface="Arial"/>
            </a:endParaRPr>
          </a:p>
        </p:txBody>
      </p:sp>
      <p:grpSp>
        <p:nvGrpSpPr>
          <p:cNvPr id="27" name="object 27"/>
          <p:cNvGrpSpPr/>
          <p:nvPr/>
        </p:nvGrpSpPr>
        <p:grpSpPr>
          <a:xfrm>
            <a:off x="725169" y="3230569"/>
            <a:ext cx="378460" cy="734060"/>
            <a:chOff x="725169" y="3230569"/>
            <a:chExt cx="378460" cy="734060"/>
          </a:xfrm>
        </p:grpSpPr>
        <p:pic>
          <p:nvPicPr>
            <p:cNvPr id="28" name="object 28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788669" y="3230569"/>
              <a:ext cx="251460" cy="251459"/>
            </a:xfrm>
            <a:prstGeom prst="rect">
              <a:avLst/>
            </a:prstGeom>
          </p:spPr>
        </p:pic>
        <p:sp>
          <p:nvSpPr>
            <p:cNvPr id="29" name="object 29"/>
            <p:cNvSpPr/>
            <p:nvPr/>
          </p:nvSpPr>
          <p:spPr>
            <a:xfrm>
              <a:off x="736599" y="3470599"/>
              <a:ext cx="355600" cy="482600"/>
            </a:xfrm>
            <a:custGeom>
              <a:avLst/>
              <a:gdLst/>
              <a:ahLst/>
              <a:cxnLst/>
              <a:rect l="l" t="t" r="r" b="b"/>
              <a:pathLst>
                <a:path w="355600" h="482600">
                  <a:moveTo>
                    <a:pt x="177800" y="0"/>
                  </a:moveTo>
                  <a:lnTo>
                    <a:pt x="177800" y="279400"/>
                  </a:lnTo>
                </a:path>
                <a:path w="355600" h="482600">
                  <a:moveTo>
                    <a:pt x="0" y="76200"/>
                  </a:moveTo>
                  <a:lnTo>
                    <a:pt x="355600" y="76200"/>
                  </a:lnTo>
                </a:path>
                <a:path w="355600" h="482600">
                  <a:moveTo>
                    <a:pt x="177800" y="279400"/>
                  </a:moveTo>
                  <a:lnTo>
                    <a:pt x="25400" y="482600"/>
                  </a:lnTo>
                </a:path>
                <a:path w="355600" h="482600">
                  <a:moveTo>
                    <a:pt x="177800" y="279400"/>
                  </a:moveTo>
                  <a:lnTo>
                    <a:pt x="330200" y="482600"/>
                  </a:lnTo>
                </a:path>
              </a:pathLst>
            </a:custGeom>
            <a:ln w="22860">
              <a:solidFill>
                <a:srgbClr val="1A6B3A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0" name="object 30"/>
          <p:cNvSpPr txBox="1"/>
          <p:nvPr/>
        </p:nvSpPr>
        <p:spPr>
          <a:xfrm>
            <a:off x="692810" y="3902399"/>
            <a:ext cx="443230" cy="274320"/>
          </a:xfrm>
          <a:prstGeom prst="rect">
            <a:avLst/>
          </a:prstGeom>
        </p:spPr>
        <p:txBody>
          <a:bodyPr vert="horz" wrap="square" lIns="0" tIns="7620" rIns="0" bIns="0" rtlCol="0">
            <a:spAutoFit/>
          </a:bodyPr>
          <a:lstStyle/>
          <a:p>
            <a:pPr marL="12700" marR="5080" indent="78740">
              <a:lnSpc>
                <a:spcPct val="104200"/>
              </a:lnSpc>
              <a:spcBef>
                <a:spcPts val="60"/>
              </a:spcBef>
            </a:pPr>
            <a:r>
              <a:rPr sz="800" b="1" spc="-10" dirty="0">
                <a:solidFill>
                  <a:srgbClr val="1A6B3A"/>
                </a:solidFill>
                <a:latin typeface="Arial"/>
                <a:cs typeface="Arial"/>
              </a:rPr>
              <a:t>Store Manager</a:t>
            </a:r>
            <a:endParaRPr sz="800">
              <a:latin typeface="Arial"/>
              <a:cs typeface="Arial"/>
            </a:endParaRPr>
          </a:p>
        </p:txBody>
      </p:sp>
      <p:grpSp>
        <p:nvGrpSpPr>
          <p:cNvPr id="31" name="object 31"/>
          <p:cNvGrpSpPr/>
          <p:nvPr/>
        </p:nvGrpSpPr>
        <p:grpSpPr>
          <a:xfrm>
            <a:off x="725169" y="5135569"/>
            <a:ext cx="378460" cy="734060"/>
            <a:chOff x="725169" y="5135569"/>
            <a:chExt cx="378460" cy="734060"/>
          </a:xfrm>
        </p:grpSpPr>
        <p:pic>
          <p:nvPicPr>
            <p:cNvPr id="32" name="object 32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788669" y="5135569"/>
              <a:ext cx="251460" cy="251460"/>
            </a:xfrm>
            <a:prstGeom prst="rect">
              <a:avLst/>
            </a:prstGeom>
          </p:spPr>
        </p:pic>
        <p:sp>
          <p:nvSpPr>
            <p:cNvPr id="33" name="object 33"/>
            <p:cNvSpPr/>
            <p:nvPr/>
          </p:nvSpPr>
          <p:spPr>
            <a:xfrm>
              <a:off x="736599" y="5375599"/>
              <a:ext cx="355600" cy="482600"/>
            </a:xfrm>
            <a:custGeom>
              <a:avLst/>
              <a:gdLst/>
              <a:ahLst/>
              <a:cxnLst/>
              <a:rect l="l" t="t" r="r" b="b"/>
              <a:pathLst>
                <a:path w="355600" h="482600">
                  <a:moveTo>
                    <a:pt x="177800" y="0"/>
                  </a:moveTo>
                  <a:lnTo>
                    <a:pt x="177800" y="279400"/>
                  </a:lnTo>
                </a:path>
                <a:path w="355600" h="482600">
                  <a:moveTo>
                    <a:pt x="0" y="76200"/>
                  </a:moveTo>
                  <a:lnTo>
                    <a:pt x="355600" y="76200"/>
                  </a:lnTo>
                </a:path>
                <a:path w="355600" h="482600">
                  <a:moveTo>
                    <a:pt x="177800" y="279400"/>
                  </a:moveTo>
                  <a:lnTo>
                    <a:pt x="25400" y="482600"/>
                  </a:lnTo>
                </a:path>
                <a:path w="355600" h="482600">
                  <a:moveTo>
                    <a:pt x="177800" y="279400"/>
                  </a:moveTo>
                  <a:lnTo>
                    <a:pt x="330200" y="482600"/>
                  </a:lnTo>
                </a:path>
              </a:pathLst>
            </a:custGeom>
            <a:ln w="22860">
              <a:solidFill>
                <a:srgbClr val="1A6B3A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4" name="object 34"/>
          <p:cNvSpPr txBox="1"/>
          <p:nvPr/>
        </p:nvSpPr>
        <p:spPr>
          <a:xfrm>
            <a:off x="625043" y="5807399"/>
            <a:ext cx="579120" cy="274320"/>
          </a:xfrm>
          <a:prstGeom prst="rect">
            <a:avLst/>
          </a:prstGeom>
        </p:spPr>
        <p:txBody>
          <a:bodyPr vert="horz" wrap="square" lIns="0" tIns="7620" rIns="0" bIns="0" rtlCol="0">
            <a:spAutoFit/>
          </a:bodyPr>
          <a:lstStyle/>
          <a:p>
            <a:pPr marL="85725" marR="5080" indent="-73660">
              <a:lnSpc>
                <a:spcPct val="104200"/>
              </a:lnSpc>
              <a:spcBef>
                <a:spcPts val="60"/>
              </a:spcBef>
            </a:pPr>
            <a:r>
              <a:rPr sz="800" b="1" spc="-10" dirty="0">
                <a:solidFill>
                  <a:srgbClr val="1A6B3A"/>
                </a:solidFill>
                <a:latin typeface="Arial"/>
                <a:cs typeface="Arial"/>
              </a:rPr>
              <a:t>Subscribed Supplier</a:t>
            </a:r>
            <a:endParaRPr sz="800">
              <a:latin typeface="Arial"/>
              <a:cs typeface="Arial"/>
            </a:endParaRPr>
          </a:p>
        </p:txBody>
      </p:sp>
      <p:grpSp>
        <p:nvGrpSpPr>
          <p:cNvPr id="35" name="object 35"/>
          <p:cNvGrpSpPr/>
          <p:nvPr/>
        </p:nvGrpSpPr>
        <p:grpSpPr>
          <a:xfrm>
            <a:off x="9588370" y="1325569"/>
            <a:ext cx="378460" cy="734060"/>
            <a:chOff x="9588370" y="1325569"/>
            <a:chExt cx="378460" cy="734060"/>
          </a:xfrm>
        </p:grpSpPr>
        <p:pic>
          <p:nvPicPr>
            <p:cNvPr id="36" name="object 3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9651870" y="1325569"/>
              <a:ext cx="251459" cy="251459"/>
            </a:xfrm>
            <a:prstGeom prst="rect">
              <a:avLst/>
            </a:prstGeom>
          </p:spPr>
        </p:pic>
        <p:sp>
          <p:nvSpPr>
            <p:cNvPr id="37" name="object 37"/>
            <p:cNvSpPr/>
            <p:nvPr/>
          </p:nvSpPr>
          <p:spPr>
            <a:xfrm>
              <a:off x="9599800" y="1565599"/>
              <a:ext cx="355600" cy="482600"/>
            </a:xfrm>
            <a:custGeom>
              <a:avLst/>
              <a:gdLst/>
              <a:ahLst/>
              <a:cxnLst/>
              <a:rect l="l" t="t" r="r" b="b"/>
              <a:pathLst>
                <a:path w="355600" h="482600">
                  <a:moveTo>
                    <a:pt x="177800" y="0"/>
                  </a:moveTo>
                  <a:lnTo>
                    <a:pt x="177800" y="279400"/>
                  </a:lnTo>
                </a:path>
                <a:path w="355600" h="482600">
                  <a:moveTo>
                    <a:pt x="0" y="76200"/>
                  </a:moveTo>
                  <a:lnTo>
                    <a:pt x="355600" y="76200"/>
                  </a:lnTo>
                </a:path>
                <a:path w="355600" h="482600">
                  <a:moveTo>
                    <a:pt x="177800" y="279400"/>
                  </a:moveTo>
                  <a:lnTo>
                    <a:pt x="25400" y="482600"/>
                  </a:lnTo>
                </a:path>
                <a:path w="355600" h="482600">
                  <a:moveTo>
                    <a:pt x="177800" y="279400"/>
                  </a:moveTo>
                  <a:lnTo>
                    <a:pt x="330200" y="482600"/>
                  </a:lnTo>
                </a:path>
              </a:pathLst>
            </a:custGeom>
            <a:ln w="22860">
              <a:solidFill>
                <a:srgbClr val="1A3A5B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8" name="object 38"/>
          <p:cNvSpPr txBox="1"/>
          <p:nvPr/>
        </p:nvSpPr>
        <p:spPr>
          <a:xfrm>
            <a:off x="9361243" y="1997399"/>
            <a:ext cx="833119" cy="274320"/>
          </a:xfrm>
          <a:prstGeom prst="rect">
            <a:avLst/>
          </a:prstGeom>
        </p:spPr>
        <p:txBody>
          <a:bodyPr vert="horz" wrap="square" lIns="0" tIns="7620" rIns="0" bIns="0" rtlCol="0">
            <a:spAutoFit/>
          </a:bodyPr>
          <a:lstStyle/>
          <a:p>
            <a:pPr marL="207010" marR="5080" indent="-194945">
              <a:lnSpc>
                <a:spcPct val="104200"/>
              </a:lnSpc>
              <a:spcBef>
                <a:spcPts val="60"/>
              </a:spcBef>
            </a:pPr>
            <a:r>
              <a:rPr sz="800" b="1" dirty="0">
                <a:solidFill>
                  <a:srgbClr val="1A3A5B"/>
                </a:solidFill>
                <a:latin typeface="Arial"/>
                <a:cs typeface="Arial"/>
              </a:rPr>
              <a:t>Retailer</a:t>
            </a:r>
            <a:r>
              <a:rPr sz="800" b="1" spc="-30" dirty="0">
                <a:solidFill>
                  <a:srgbClr val="1A3A5B"/>
                </a:solidFill>
                <a:latin typeface="Arial"/>
                <a:cs typeface="Arial"/>
              </a:rPr>
              <a:t> </a:t>
            </a:r>
            <a:r>
              <a:rPr sz="800" b="1" spc="-10" dirty="0">
                <a:solidFill>
                  <a:srgbClr val="1A3A5B"/>
                </a:solidFill>
                <a:latin typeface="Arial"/>
                <a:cs typeface="Arial"/>
              </a:rPr>
              <a:t>Account Manager</a:t>
            </a:r>
            <a:endParaRPr sz="800">
              <a:latin typeface="Arial"/>
              <a:cs typeface="Arial"/>
            </a:endParaRPr>
          </a:p>
        </p:txBody>
      </p:sp>
      <p:grpSp>
        <p:nvGrpSpPr>
          <p:cNvPr id="39" name="object 39"/>
          <p:cNvGrpSpPr/>
          <p:nvPr/>
        </p:nvGrpSpPr>
        <p:grpSpPr>
          <a:xfrm>
            <a:off x="9588370" y="3230569"/>
            <a:ext cx="378460" cy="734060"/>
            <a:chOff x="9588370" y="3230569"/>
            <a:chExt cx="378460" cy="734060"/>
          </a:xfrm>
        </p:grpSpPr>
        <p:pic>
          <p:nvPicPr>
            <p:cNvPr id="40" name="object 40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9651870" y="3230569"/>
              <a:ext cx="251459" cy="251459"/>
            </a:xfrm>
            <a:prstGeom prst="rect">
              <a:avLst/>
            </a:prstGeom>
          </p:spPr>
        </p:pic>
        <p:sp>
          <p:nvSpPr>
            <p:cNvPr id="41" name="object 41"/>
            <p:cNvSpPr/>
            <p:nvPr/>
          </p:nvSpPr>
          <p:spPr>
            <a:xfrm>
              <a:off x="9599800" y="3470599"/>
              <a:ext cx="355600" cy="482600"/>
            </a:xfrm>
            <a:custGeom>
              <a:avLst/>
              <a:gdLst/>
              <a:ahLst/>
              <a:cxnLst/>
              <a:rect l="l" t="t" r="r" b="b"/>
              <a:pathLst>
                <a:path w="355600" h="482600">
                  <a:moveTo>
                    <a:pt x="177800" y="0"/>
                  </a:moveTo>
                  <a:lnTo>
                    <a:pt x="177800" y="279400"/>
                  </a:lnTo>
                </a:path>
                <a:path w="355600" h="482600">
                  <a:moveTo>
                    <a:pt x="0" y="76200"/>
                  </a:moveTo>
                  <a:lnTo>
                    <a:pt x="355600" y="76200"/>
                  </a:lnTo>
                </a:path>
                <a:path w="355600" h="482600">
                  <a:moveTo>
                    <a:pt x="177800" y="279400"/>
                  </a:moveTo>
                  <a:lnTo>
                    <a:pt x="25400" y="482600"/>
                  </a:lnTo>
                </a:path>
                <a:path w="355600" h="482600">
                  <a:moveTo>
                    <a:pt x="177800" y="279400"/>
                  </a:moveTo>
                  <a:lnTo>
                    <a:pt x="330200" y="482600"/>
                  </a:lnTo>
                </a:path>
              </a:pathLst>
            </a:custGeom>
            <a:ln w="22860">
              <a:solidFill>
                <a:srgbClr val="1A3A5B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42" name="object 42"/>
          <p:cNvSpPr txBox="1"/>
          <p:nvPr/>
        </p:nvSpPr>
        <p:spPr>
          <a:xfrm>
            <a:off x="9477016" y="3902399"/>
            <a:ext cx="601345" cy="274320"/>
          </a:xfrm>
          <a:prstGeom prst="rect">
            <a:avLst/>
          </a:prstGeom>
        </p:spPr>
        <p:txBody>
          <a:bodyPr vert="horz" wrap="square" lIns="0" tIns="7620" rIns="0" bIns="0" rtlCol="0">
            <a:spAutoFit/>
          </a:bodyPr>
          <a:lstStyle/>
          <a:p>
            <a:pPr marL="62865" marR="5080" indent="-50800">
              <a:lnSpc>
                <a:spcPct val="104200"/>
              </a:lnSpc>
              <a:spcBef>
                <a:spcPts val="60"/>
              </a:spcBef>
            </a:pPr>
            <a:r>
              <a:rPr sz="800" b="1" dirty="0">
                <a:solidFill>
                  <a:srgbClr val="1A3A5B"/>
                </a:solidFill>
                <a:latin typeface="Arial"/>
                <a:cs typeface="Arial"/>
              </a:rPr>
              <a:t>Order</a:t>
            </a:r>
            <a:r>
              <a:rPr sz="800" b="1" spc="-25" dirty="0">
                <a:solidFill>
                  <a:srgbClr val="1A3A5B"/>
                </a:solidFill>
                <a:latin typeface="Arial"/>
                <a:cs typeface="Arial"/>
              </a:rPr>
              <a:t> </a:t>
            </a:r>
            <a:r>
              <a:rPr sz="800" b="1" spc="-20" dirty="0">
                <a:solidFill>
                  <a:srgbClr val="1A3A5B"/>
                </a:solidFill>
                <a:latin typeface="Arial"/>
                <a:cs typeface="Arial"/>
              </a:rPr>
              <a:t>Mgmt </a:t>
            </a:r>
            <a:r>
              <a:rPr sz="800" b="1" spc="-10" dirty="0">
                <a:solidFill>
                  <a:srgbClr val="1A3A5B"/>
                </a:solidFill>
                <a:latin typeface="Arial"/>
                <a:cs typeface="Arial"/>
              </a:rPr>
              <a:t>Specialist</a:t>
            </a:r>
            <a:endParaRPr sz="800">
              <a:latin typeface="Arial"/>
              <a:cs typeface="Arial"/>
            </a:endParaRPr>
          </a:p>
        </p:txBody>
      </p:sp>
      <p:grpSp>
        <p:nvGrpSpPr>
          <p:cNvPr id="43" name="object 43"/>
          <p:cNvGrpSpPr/>
          <p:nvPr/>
        </p:nvGrpSpPr>
        <p:grpSpPr>
          <a:xfrm>
            <a:off x="9588370" y="5135569"/>
            <a:ext cx="378460" cy="734060"/>
            <a:chOff x="9588370" y="5135569"/>
            <a:chExt cx="378460" cy="734060"/>
          </a:xfrm>
        </p:grpSpPr>
        <p:pic>
          <p:nvPicPr>
            <p:cNvPr id="44" name="object 4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9651870" y="5135569"/>
              <a:ext cx="251459" cy="251460"/>
            </a:xfrm>
            <a:prstGeom prst="rect">
              <a:avLst/>
            </a:prstGeom>
          </p:spPr>
        </p:pic>
        <p:sp>
          <p:nvSpPr>
            <p:cNvPr id="45" name="object 45"/>
            <p:cNvSpPr/>
            <p:nvPr/>
          </p:nvSpPr>
          <p:spPr>
            <a:xfrm>
              <a:off x="9599800" y="5375599"/>
              <a:ext cx="355600" cy="482600"/>
            </a:xfrm>
            <a:custGeom>
              <a:avLst/>
              <a:gdLst/>
              <a:ahLst/>
              <a:cxnLst/>
              <a:rect l="l" t="t" r="r" b="b"/>
              <a:pathLst>
                <a:path w="355600" h="482600">
                  <a:moveTo>
                    <a:pt x="177800" y="0"/>
                  </a:moveTo>
                  <a:lnTo>
                    <a:pt x="177800" y="279400"/>
                  </a:lnTo>
                </a:path>
                <a:path w="355600" h="482600">
                  <a:moveTo>
                    <a:pt x="0" y="76200"/>
                  </a:moveTo>
                  <a:lnTo>
                    <a:pt x="355600" y="76200"/>
                  </a:lnTo>
                </a:path>
                <a:path w="355600" h="482600">
                  <a:moveTo>
                    <a:pt x="177800" y="279400"/>
                  </a:moveTo>
                  <a:lnTo>
                    <a:pt x="25400" y="482600"/>
                  </a:lnTo>
                </a:path>
                <a:path w="355600" h="482600">
                  <a:moveTo>
                    <a:pt x="177800" y="279400"/>
                  </a:moveTo>
                  <a:lnTo>
                    <a:pt x="330200" y="482600"/>
                  </a:lnTo>
                </a:path>
              </a:pathLst>
            </a:custGeom>
            <a:ln w="22860">
              <a:solidFill>
                <a:srgbClr val="1A3A5B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46" name="object 46"/>
          <p:cNvSpPr txBox="1"/>
          <p:nvPr/>
        </p:nvSpPr>
        <p:spPr>
          <a:xfrm>
            <a:off x="9428960" y="5807399"/>
            <a:ext cx="697865" cy="274320"/>
          </a:xfrm>
          <a:prstGeom prst="rect">
            <a:avLst/>
          </a:prstGeom>
        </p:spPr>
        <p:txBody>
          <a:bodyPr vert="horz" wrap="square" lIns="0" tIns="7620" rIns="0" bIns="0" rtlCol="0">
            <a:spAutoFit/>
          </a:bodyPr>
          <a:lstStyle/>
          <a:p>
            <a:pPr marL="12700" marR="5080" indent="78740">
              <a:lnSpc>
                <a:spcPct val="104200"/>
              </a:lnSpc>
              <a:spcBef>
                <a:spcPts val="60"/>
              </a:spcBef>
            </a:pPr>
            <a:r>
              <a:rPr sz="800" b="1" dirty="0">
                <a:solidFill>
                  <a:srgbClr val="1A3A5B"/>
                </a:solidFill>
                <a:latin typeface="Arial"/>
                <a:cs typeface="Arial"/>
              </a:rPr>
              <a:t>Workflow</a:t>
            </a:r>
            <a:r>
              <a:rPr sz="800" b="1" spc="-40" dirty="0">
                <a:solidFill>
                  <a:srgbClr val="1A3A5B"/>
                </a:solidFill>
                <a:latin typeface="Arial"/>
                <a:cs typeface="Arial"/>
              </a:rPr>
              <a:t> </a:t>
            </a:r>
            <a:r>
              <a:rPr sz="800" b="1" spc="-50" dirty="0">
                <a:solidFill>
                  <a:srgbClr val="1A3A5B"/>
                </a:solidFill>
                <a:latin typeface="Arial"/>
                <a:cs typeface="Arial"/>
              </a:rPr>
              <a:t>/</a:t>
            </a:r>
            <a:r>
              <a:rPr sz="800" b="1" dirty="0">
                <a:solidFill>
                  <a:srgbClr val="1A3A5B"/>
                </a:solidFill>
                <a:latin typeface="Arial"/>
                <a:cs typeface="Arial"/>
              </a:rPr>
              <a:t> Rules</a:t>
            </a:r>
            <a:r>
              <a:rPr sz="800" b="1" spc="-25" dirty="0">
                <a:solidFill>
                  <a:srgbClr val="1A3A5B"/>
                </a:solidFill>
                <a:latin typeface="Arial"/>
                <a:cs typeface="Arial"/>
              </a:rPr>
              <a:t> </a:t>
            </a:r>
            <a:r>
              <a:rPr sz="800" b="1" spc="-10" dirty="0">
                <a:solidFill>
                  <a:srgbClr val="1A3A5B"/>
                </a:solidFill>
                <a:latin typeface="Arial"/>
                <a:cs typeface="Arial"/>
              </a:rPr>
              <a:t>Analyst</a:t>
            </a:r>
            <a:endParaRPr sz="800">
              <a:latin typeface="Arial"/>
              <a:cs typeface="Arial"/>
            </a:endParaRPr>
          </a:p>
        </p:txBody>
      </p:sp>
      <p:grpSp>
        <p:nvGrpSpPr>
          <p:cNvPr id="47" name="object 47"/>
          <p:cNvGrpSpPr/>
          <p:nvPr/>
        </p:nvGrpSpPr>
        <p:grpSpPr>
          <a:xfrm>
            <a:off x="907414" y="1230629"/>
            <a:ext cx="8877300" cy="4735830"/>
            <a:chOff x="907414" y="1230629"/>
            <a:chExt cx="8877300" cy="4735830"/>
          </a:xfrm>
        </p:grpSpPr>
        <p:sp>
          <p:nvSpPr>
            <p:cNvPr id="48" name="object 48"/>
            <p:cNvSpPr/>
            <p:nvPr/>
          </p:nvSpPr>
          <p:spPr>
            <a:xfrm>
              <a:off x="914399" y="1535420"/>
              <a:ext cx="2883535" cy="170180"/>
            </a:xfrm>
            <a:custGeom>
              <a:avLst/>
              <a:gdLst/>
              <a:ahLst/>
              <a:cxnLst/>
              <a:rect l="l" t="t" r="r" b="b"/>
              <a:pathLst>
                <a:path w="2883535" h="170180">
                  <a:moveTo>
                    <a:pt x="0" y="169879"/>
                  </a:moveTo>
                  <a:lnTo>
                    <a:pt x="2883494" y="0"/>
                  </a:lnTo>
                </a:path>
              </a:pathLst>
            </a:custGeom>
            <a:ln w="13969">
              <a:solidFill>
                <a:srgbClr val="0A7285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9" name="object 49"/>
            <p:cNvSpPr/>
            <p:nvPr/>
          </p:nvSpPr>
          <p:spPr>
            <a:xfrm>
              <a:off x="3689583" y="1498909"/>
              <a:ext cx="108585" cy="85725"/>
            </a:xfrm>
            <a:custGeom>
              <a:avLst/>
              <a:gdLst/>
              <a:ahLst/>
              <a:cxnLst/>
              <a:rect l="l" t="t" r="r" b="b"/>
              <a:pathLst>
                <a:path w="108585" h="85725">
                  <a:moveTo>
                    <a:pt x="0" y="0"/>
                  </a:moveTo>
                  <a:lnTo>
                    <a:pt x="5035" y="85487"/>
                  </a:lnTo>
                  <a:lnTo>
                    <a:pt x="108310" y="3651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A728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0" name="object 50"/>
            <p:cNvSpPr/>
            <p:nvPr/>
          </p:nvSpPr>
          <p:spPr>
            <a:xfrm>
              <a:off x="914399" y="1705299"/>
              <a:ext cx="2895600" cy="544830"/>
            </a:xfrm>
            <a:custGeom>
              <a:avLst/>
              <a:gdLst/>
              <a:ahLst/>
              <a:cxnLst/>
              <a:rect l="l" t="t" r="r" b="b"/>
              <a:pathLst>
                <a:path w="2895600" h="544830">
                  <a:moveTo>
                    <a:pt x="0" y="0"/>
                  </a:moveTo>
                  <a:lnTo>
                    <a:pt x="2895333" y="544398"/>
                  </a:lnTo>
                </a:path>
              </a:pathLst>
            </a:custGeom>
            <a:ln w="13970">
              <a:solidFill>
                <a:srgbClr val="0A7285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1" name="object 51"/>
            <p:cNvSpPr/>
            <p:nvPr/>
          </p:nvSpPr>
          <p:spPr>
            <a:xfrm>
              <a:off x="3697668" y="2188035"/>
              <a:ext cx="112395" cy="84455"/>
            </a:xfrm>
            <a:custGeom>
              <a:avLst/>
              <a:gdLst/>
              <a:ahLst/>
              <a:cxnLst/>
              <a:rect l="l" t="t" r="r" b="b"/>
              <a:pathLst>
                <a:path w="112395" h="84455">
                  <a:moveTo>
                    <a:pt x="15824" y="0"/>
                  </a:moveTo>
                  <a:lnTo>
                    <a:pt x="0" y="84160"/>
                  </a:lnTo>
                  <a:lnTo>
                    <a:pt x="112064" y="61662"/>
                  </a:lnTo>
                  <a:lnTo>
                    <a:pt x="15824" y="0"/>
                  </a:lnTo>
                  <a:close/>
                </a:path>
              </a:pathLst>
            </a:custGeom>
            <a:solidFill>
              <a:srgbClr val="0A728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2" name="object 52"/>
            <p:cNvSpPr/>
            <p:nvPr/>
          </p:nvSpPr>
          <p:spPr>
            <a:xfrm>
              <a:off x="914399" y="1705299"/>
              <a:ext cx="2948940" cy="1261745"/>
            </a:xfrm>
            <a:custGeom>
              <a:avLst/>
              <a:gdLst/>
              <a:ahLst/>
              <a:cxnLst/>
              <a:rect l="l" t="t" r="r" b="b"/>
              <a:pathLst>
                <a:path w="2948940" h="1261745">
                  <a:moveTo>
                    <a:pt x="0" y="0"/>
                  </a:moveTo>
                  <a:lnTo>
                    <a:pt x="2948767" y="1261684"/>
                  </a:lnTo>
                </a:path>
              </a:pathLst>
            </a:custGeom>
            <a:ln w="13970">
              <a:solidFill>
                <a:srgbClr val="0A7285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3" name="object 53"/>
            <p:cNvSpPr/>
            <p:nvPr/>
          </p:nvSpPr>
          <p:spPr>
            <a:xfrm>
              <a:off x="3748890" y="2885928"/>
              <a:ext cx="114300" cy="81280"/>
            </a:xfrm>
            <a:custGeom>
              <a:avLst/>
              <a:gdLst/>
              <a:ahLst/>
              <a:cxnLst/>
              <a:rect l="l" t="t" r="r" b="b"/>
              <a:pathLst>
                <a:path w="114300" h="81280">
                  <a:moveTo>
                    <a:pt x="33686" y="0"/>
                  </a:moveTo>
                  <a:lnTo>
                    <a:pt x="0" y="78731"/>
                  </a:lnTo>
                  <a:lnTo>
                    <a:pt x="114277" y="81055"/>
                  </a:lnTo>
                  <a:lnTo>
                    <a:pt x="33686" y="0"/>
                  </a:lnTo>
                  <a:close/>
                </a:path>
              </a:pathLst>
            </a:custGeom>
            <a:solidFill>
              <a:srgbClr val="0A728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4" name="object 54"/>
            <p:cNvSpPr/>
            <p:nvPr/>
          </p:nvSpPr>
          <p:spPr>
            <a:xfrm>
              <a:off x="914399" y="1705299"/>
              <a:ext cx="3032125" cy="1985010"/>
            </a:xfrm>
            <a:custGeom>
              <a:avLst/>
              <a:gdLst/>
              <a:ahLst/>
              <a:cxnLst/>
              <a:rect l="l" t="t" r="r" b="b"/>
              <a:pathLst>
                <a:path w="3032125" h="1985010">
                  <a:moveTo>
                    <a:pt x="0" y="0"/>
                  </a:moveTo>
                  <a:lnTo>
                    <a:pt x="3032023" y="1984836"/>
                  </a:lnTo>
                </a:path>
              </a:pathLst>
            </a:custGeom>
            <a:ln w="13970">
              <a:solidFill>
                <a:srgbClr val="0A7285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5" name="object 55"/>
            <p:cNvSpPr/>
            <p:nvPr/>
          </p:nvSpPr>
          <p:spPr>
            <a:xfrm>
              <a:off x="3834303" y="3596267"/>
              <a:ext cx="112395" cy="93980"/>
            </a:xfrm>
            <a:custGeom>
              <a:avLst/>
              <a:gdLst/>
              <a:ahLst/>
              <a:cxnLst/>
              <a:rect l="l" t="t" r="r" b="b"/>
              <a:pathLst>
                <a:path w="112395" h="93979">
                  <a:moveTo>
                    <a:pt x="46903" y="0"/>
                  </a:moveTo>
                  <a:lnTo>
                    <a:pt x="0" y="71648"/>
                  </a:lnTo>
                  <a:lnTo>
                    <a:pt x="112119" y="93868"/>
                  </a:lnTo>
                  <a:lnTo>
                    <a:pt x="46903" y="0"/>
                  </a:lnTo>
                  <a:close/>
                </a:path>
              </a:pathLst>
            </a:custGeom>
            <a:solidFill>
              <a:srgbClr val="0A728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6" name="object 56"/>
            <p:cNvSpPr/>
            <p:nvPr/>
          </p:nvSpPr>
          <p:spPr>
            <a:xfrm>
              <a:off x="914399" y="2365998"/>
              <a:ext cx="2947670" cy="1244600"/>
            </a:xfrm>
            <a:custGeom>
              <a:avLst/>
              <a:gdLst/>
              <a:ahLst/>
              <a:cxnLst/>
              <a:rect l="l" t="t" r="r" b="b"/>
              <a:pathLst>
                <a:path w="2947670" h="1244600">
                  <a:moveTo>
                    <a:pt x="0" y="1244301"/>
                  </a:moveTo>
                  <a:lnTo>
                    <a:pt x="2947066" y="0"/>
                  </a:lnTo>
                </a:path>
              </a:pathLst>
            </a:custGeom>
            <a:ln w="13970">
              <a:solidFill>
                <a:srgbClr val="0A7285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7" name="object 57"/>
            <p:cNvSpPr/>
            <p:nvPr/>
          </p:nvSpPr>
          <p:spPr>
            <a:xfrm>
              <a:off x="3747180" y="2365998"/>
              <a:ext cx="114300" cy="81280"/>
            </a:xfrm>
            <a:custGeom>
              <a:avLst/>
              <a:gdLst/>
              <a:ahLst/>
              <a:cxnLst/>
              <a:rect l="l" t="t" r="r" b="b"/>
              <a:pathLst>
                <a:path w="114300" h="81280">
                  <a:moveTo>
                    <a:pt x="114286" y="0"/>
                  </a:moveTo>
                  <a:lnTo>
                    <a:pt x="0" y="1775"/>
                  </a:lnTo>
                  <a:lnTo>
                    <a:pt x="33309" y="80666"/>
                  </a:lnTo>
                  <a:lnTo>
                    <a:pt x="114286" y="0"/>
                  </a:lnTo>
                  <a:close/>
                </a:path>
              </a:pathLst>
            </a:custGeom>
            <a:solidFill>
              <a:srgbClr val="0A728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8" name="object 58"/>
            <p:cNvSpPr/>
            <p:nvPr/>
          </p:nvSpPr>
          <p:spPr>
            <a:xfrm>
              <a:off x="914399" y="3183911"/>
              <a:ext cx="3078480" cy="2331720"/>
            </a:xfrm>
            <a:custGeom>
              <a:avLst/>
              <a:gdLst/>
              <a:ahLst/>
              <a:cxnLst/>
              <a:rect l="l" t="t" r="r" b="b"/>
              <a:pathLst>
                <a:path w="3078479" h="2331720">
                  <a:moveTo>
                    <a:pt x="0" y="2331388"/>
                  </a:moveTo>
                  <a:lnTo>
                    <a:pt x="3077869" y="0"/>
                  </a:lnTo>
                </a:path>
              </a:pathLst>
            </a:custGeom>
            <a:ln w="13969">
              <a:solidFill>
                <a:srgbClr val="0A7285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9" name="object 59"/>
            <p:cNvSpPr/>
            <p:nvPr/>
          </p:nvSpPr>
          <p:spPr>
            <a:xfrm>
              <a:off x="3881937" y="3183911"/>
              <a:ext cx="110489" cy="98425"/>
            </a:xfrm>
            <a:custGeom>
              <a:avLst/>
              <a:gdLst/>
              <a:ahLst/>
              <a:cxnLst/>
              <a:rect l="l" t="t" r="r" b="b"/>
              <a:pathLst>
                <a:path w="110489" h="98425">
                  <a:moveTo>
                    <a:pt x="110331" y="0"/>
                  </a:moveTo>
                  <a:lnTo>
                    <a:pt x="0" y="29857"/>
                  </a:lnTo>
                  <a:lnTo>
                    <a:pt x="51706" y="98120"/>
                  </a:lnTo>
                  <a:lnTo>
                    <a:pt x="110331" y="0"/>
                  </a:lnTo>
                  <a:close/>
                </a:path>
              </a:pathLst>
            </a:custGeom>
            <a:solidFill>
              <a:srgbClr val="0A728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0" name="object 60"/>
            <p:cNvSpPr/>
            <p:nvPr/>
          </p:nvSpPr>
          <p:spPr>
            <a:xfrm>
              <a:off x="6882266" y="1705299"/>
              <a:ext cx="2895600" cy="544830"/>
            </a:xfrm>
            <a:custGeom>
              <a:avLst/>
              <a:gdLst/>
              <a:ahLst/>
              <a:cxnLst/>
              <a:rect l="l" t="t" r="r" b="b"/>
              <a:pathLst>
                <a:path w="2895600" h="544830">
                  <a:moveTo>
                    <a:pt x="2895333" y="0"/>
                  </a:moveTo>
                  <a:lnTo>
                    <a:pt x="0" y="544398"/>
                  </a:lnTo>
                </a:path>
              </a:pathLst>
            </a:custGeom>
            <a:ln w="13970">
              <a:solidFill>
                <a:srgbClr val="0A7285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1" name="object 61"/>
            <p:cNvSpPr/>
            <p:nvPr/>
          </p:nvSpPr>
          <p:spPr>
            <a:xfrm>
              <a:off x="6882266" y="2188035"/>
              <a:ext cx="112395" cy="84455"/>
            </a:xfrm>
            <a:custGeom>
              <a:avLst/>
              <a:gdLst/>
              <a:ahLst/>
              <a:cxnLst/>
              <a:rect l="l" t="t" r="r" b="b"/>
              <a:pathLst>
                <a:path w="112395" h="84455">
                  <a:moveTo>
                    <a:pt x="96239" y="0"/>
                  </a:moveTo>
                  <a:lnTo>
                    <a:pt x="0" y="61662"/>
                  </a:lnTo>
                  <a:lnTo>
                    <a:pt x="112063" y="84160"/>
                  </a:lnTo>
                  <a:lnTo>
                    <a:pt x="96239" y="0"/>
                  </a:lnTo>
                  <a:close/>
                </a:path>
              </a:pathLst>
            </a:custGeom>
            <a:solidFill>
              <a:srgbClr val="0A728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2" name="object 62"/>
            <p:cNvSpPr/>
            <p:nvPr/>
          </p:nvSpPr>
          <p:spPr>
            <a:xfrm>
              <a:off x="6828832" y="1705299"/>
              <a:ext cx="2948940" cy="1261745"/>
            </a:xfrm>
            <a:custGeom>
              <a:avLst/>
              <a:gdLst/>
              <a:ahLst/>
              <a:cxnLst/>
              <a:rect l="l" t="t" r="r" b="b"/>
              <a:pathLst>
                <a:path w="2948940" h="1261745">
                  <a:moveTo>
                    <a:pt x="2948767" y="0"/>
                  </a:moveTo>
                  <a:lnTo>
                    <a:pt x="0" y="1261684"/>
                  </a:lnTo>
                </a:path>
              </a:pathLst>
            </a:custGeom>
            <a:ln w="13970">
              <a:solidFill>
                <a:srgbClr val="0A7285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3" name="object 63"/>
            <p:cNvSpPr/>
            <p:nvPr/>
          </p:nvSpPr>
          <p:spPr>
            <a:xfrm>
              <a:off x="6828832" y="2885928"/>
              <a:ext cx="114300" cy="81280"/>
            </a:xfrm>
            <a:custGeom>
              <a:avLst/>
              <a:gdLst/>
              <a:ahLst/>
              <a:cxnLst/>
              <a:rect l="l" t="t" r="r" b="b"/>
              <a:pathLst>
                <a:path w="114300" h="81280">
                  <a:moveTo>
                    <a:pt x="80589" y="0"/>
                  </a:moveTo>
                  <a:lnTo>
                    <a:pt x="0" y="81055"/>
                  </a:lnTo>
                  <a:lnTo>
                    <a:pt x="114275" y="78731"/>
                  </a:lnTo>
                  <a:lnTo>
                    <a:pt x="80589" y="0"/>
                  </a:lnTo>
                  <a:close/>
                </a:path>
              </a:pathLst>
            </a:custGeom>
            <a:solidFill>
              <a:srgbClr val="0A728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4" name="object 64"/>
            <p:cNvSpPr/>
            <p:nvPr/>
          </p:nvSpPr>
          <p:spPr>
            <a:xfrm>
              <a:off x="6544792" y="1705299"/>
              <a:ext cx="3233420" cy="3451860"/>
            </a:xfrm>
            <a:custGeom>
              <a:avLst/>
              <a:gdLst/>
              <a:ahLst/>
              <a:cxnLst/>
              <a:rect l="l" t="t" r="r" b="b"/>
              <a:pathLst>
                <a:path w="3233420" h="3451860">
                  <a:moveTo>
                    <a:pt x="3232807" y="0"/>
                  </a:moveTo>
                  <a:lnTo>
                    <a:pt x="0" y="3451689"/>
                  </a:lnTo>
                </a:path>
              </a:pathLst>
            </a:custGeom>
            <a:ln w="13970">
              <a:solidFill>
                <a:srgbClr val="0A7285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5" name="object 65"/>
            <p:cNvSpPr/>
            <p:nvPr/>
          </p:nvSpPr>
          <p:spPr>
            <a:xfrm>
              <a:off x="6544792" y="5050370"/>
              <a:ext cx="104139" cy="106680"/>
            </a:xfrm>
            <a:custGeom>
              <a:avLst/>
              <a:gdLst/>
              <a:ahLst/>
              <a:cxnLst/>
              <a:rect l="l" t="t" r="r" b="b"/>
              <a:pathLst>
                <a:path w="104140" h="106679">
                  <a:moveTo>
                    <a:pt x="41192" y="0"/>
                  </a:moveTo>
                  <a:lnTo>
                    <a:pt x="0" y="106619"/>
                  </a:lnTo>
                  <a:lnTo>
                    <a:pt x="103695" y="58539"/>
                  </a:lnTo>
                  <a:lnTo>
                    <a:pt x="41192" y="0"/>
                  </a:lnTo>
                  <a:close/>
                </a:path>
              </a:pathLst>
            </a:custGeom>
            <a:solidFill>
              <a:srgbClr val="0A728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6" name="object 66"/>
            <p:cNvSpPr/>
            <p:nvPr/>
          </p:nvSpPr>
          <p:spPr>
            <a:xfrm>
              <a:off x="6747823" y="1643006"/>
              <a:ext cx="3030220" cy="1967864"/>
            </a:xfrm>
            <a:custGeom>
              <a:avLst/>
              <a:gdLst/>
              <a:ahLst/>
              <a:cxnLst/>
              <a:rect l="l" t="t" r="r" b="b"/>
              <a:pathLst>
                <a:path w="3030220" h="1967864">
                  <a:moveTo>
                    <a:pt x="3029776" y="1967293"/>
                  </a:moveTo>
                  <a:lnTo>
                    <a:pt x="0" y="0"/>
                  </a:lnTo>
                </a:path>
              </a:pathLst>
            </a:custGeom>
            <a:ln w="13970">
              <a:solidFill>
                <a:srgbClr val="0A7285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7" name="object 67"/>
            <p:cNvSpPr/>
            <p:nvPr/>
          </p:nvSpPr>
          <p:spPr>
            <a:xfrm>
              <a:off x="6747823" y="1643006"/>
              <a:ext cx="112395" cy="93980"/>
            </a:xfrm>
            <a:custGeom>
              <a:avLst/>
              <a:gdLst/>
              <a:ahLst/>
              <a:cxnLst/>
              <a:rect l="l" t="t" r="r" b="b"/>
              <a:pathLst>
                <a:path w="112395" h="93980">
                  <a:moveTo>
                    <a:pt x="0" y="0"/>
                  </a:moveTo>
                  <a:lnTo>
                    <a:pt x="65565" y="93625"/>
                  </a:lnTo>
                  <a:lnTo>
                    <a:pt x="112200" y="2180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A728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8" name="object 68"/>
            <p:cNvSpPr/>
            <p:nvPr/>
          </p:nvSpPr>
          <p:spPr>
            <a:xfrm>
              <a:off x="6830532" y="2365998"/>
              <a:ext cx="2947670" cy="1244600"/>
            </a:xfrm>
            <a:custGeom>
              <a:avLst/>
              <a:gdLst/>
              <a:ahLst/>
              <a:cxnLst/>
              <a:rect l="l" t="t" r="r" b="b"/>
              <a:pathLst>
                <a:path w="2947670" h="1244600">
                  <a:moveTo>
                    <a:pt x="2947068" y="1244301"/>
                  </a:moveTo>
                  <a:lnTo>
                    <a:pt x="0" y="0"/>
                  </a:lnTo>
                </a:path>
              </a:pathLst>
            </a:custGeom>
            <a:ln w="13970">
              <a:solidFill>
                <a:srgbClr val="0A7285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9" name="object 69"/>
            <p:cNvSpPr/>
            <p:nvPr/>
          </p:nvSpPr>
          <p:spPr>
            <a:xfrm>
              <a:off x="6830532" y="2365998"/>
              <a:ext cx="114300" cy="81280"/>
            </a:xfrm>
            <a:custGeom>
              <a:avLst/>
              <a:gdLst/>
              <a:ahLst/>
              <a:cxnLst/>
              <a:rect l="l" t="t" r="r" b="b"/>
              <a:pathLst>
                <a:path w="114300" h="81280">
                  <a:moveTo>
                    <a:pt x="0" y="0"/>
                  </a:moveTo>
                  <a:lnTo>
                    <a:pt x="80977" y="80666"/>
                  </a:lnTo>
                  <a:lnTo>
                    <a:pt x="114286" y="177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A728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0" name="object 70"/>
            <p:cNvSpPr/>
            <p:nvPr/>
          </p:nvSpPr>
          <p:spPr>
            <a:xfrm>
              <a:off x="6883076" y="3083169"/>
              <a:ext cx="2894965" cy="527685"/>
            </a:xfrm>
            <a:custGeom>
              <a:avLst/>
              <a:gdLst/>
              <a:ahLst/>
              <a:cxnLst/>
              <a:rect l="l" t="t" r="r" b="b"/>
              <a:pathLst>
                <a:path w="2894965" h="527685">
                  <a:moveTo>
                    <a:pt x="2894524" y="527130"/>
                  </a:moveTo>
                  <a:lnTo>
                    <a:pt x="0" y="0"/>
                  </a:lnTo>
                </a:path>
              </a:pathLst>
            </a:custGeom>
            <a:ln w="13969">
              <a:solidFill>
                <a:srgbClr val="0A7285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1" name="object 71"/>
            <p:cNvSpPr/>
            <p:nvPr/>
          </p:nvSpPr>
          <p:spPr>
            <a:xfrm>
              <a:off x="6883076" y="3060031"/>
              <a:ext cx="112395" cy="84455"/>
            </a:xfrm>
            <a:custGeom>
              <a:avLst/>
              <a:gdLst/>
              <a:ahLst/>
              <a:cxnLst/>
              <a:rect l="l" t="t" r="r" b="b"/>
              <a:pathLst>
                <a:path w="112395" h="84455">
                  <a:moveTo>
                    <a:pt x="111933" y="0"/>
                  </a:moveTo>
                  <a:lnTo>
                    <a:pt x="0" y="23138"/>
                  </a:lnTo>
                  <a:lnTo>
                    <a:pt x="96591" y="84249"/>
                  </a:lnTo>
                  <a:lnTo>
                    <a:pt x="111933" y="0"/>
                  </a:lnTo>
                  <a:close/>
                </a:path>
              </a:pathLst>
            </a:custGeom>
            <a:solidFill>
              <a:srgbClr val="0A728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2" name="object 72"/>
            <p:cNvSpPr/>
            <p:nvPr/>
          </p:nvSpPr>
          <p:spPr>
            <a:xfrm>
              <a:off x="6893829" y="3610299"/>
              <a:ext cx="2884170" cy="187325"/>
            </a:xfrm>
            <a:custGeom>
              <a:avLst/>
              <a:gdLst/>
              <a:ahLst/>
              <a:cxnLst/>
              <a:rect l="l" t="t" r="r" b="b"/>
              <a:pathLst>
                <a:path w="2884170" h="187325">
                  <a:moveTo>
                    <a:pt x="2883771" y="0"/>
                  </a:moveTo>
                  <a:lnTo>
                    <a:pt x="0" y="187121"/>
                  </a:lnTo>
                </a:path>
              </a:pathLst>
            </a:custGeom>
            <a:ln w="13970">
              <a:solidFill>
                <a:srgbClr val="0A7285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3" name="object 73"/>
            <p:cNvSpPr/>
            <p:nvPr/>
          </p:nvSpPr>
          <p:spPr>
            <a:xfrm>
              <a:off x="6893829" y="3747831"/>
              <a:ext cx="108585" cy="85725"/>
            </a:xfrm>
            <a:custGeom>
              <a:avLst/>
              <a:gdLst/>
              <a:ahLst/>
              <a:cxnLst/>
              <a:rect l="l" t="t" r="r" b="b"/>
              <a:pathLst>
                <a:path w="108584" h="85725">
                  <a:moveTo>
                    <a:pt x="102981" y="0"/>
                  </a:moveTo>
                  <a:lnTo>
                    <a:pt x="0" y="49589"/>
                  </a:lnTo>
                  <a:lnTo>
                    <a:pt x="108527" y="85455"/>
                  </a:lnTo>
                  <a:lnTo>
                    <a:pt x="102981" y="0"/>
                  </a:lnTo>
                  <a:close/>
                </a:path>
              </a:pathLst>
            </a:custGeom>
            <a:solidFill>
              <a:srgbClr val="0A728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4" name="object 74"/>
            <p:cNvSpPr/>
            <p:nvPr/>
          </p:nvSpPr>
          <p:spPr>
            <a:xfrm>
              <a:off x="6860156" y="3610299"/>
              <a:ext cx="2917825" cy="902969"/>
            </a:xfrm>
            <a:custGeom>
              <a:avLst/>
              <a:gdLst/>
              <a:ahLst/>
              <a:cxnLst/>
              <a:rect l="l" t="t" r="r" b="b"/>
              <a:pathLst>
                <a:path w="2917825" h="902970">
                  <a:moveTo>
                    <a:pt x="2917444" y="0"/>
                  </a:moveTo>
                  <a:lnTo>
                    <a:pt x="0" y="902446"/>
                  </a:lnTo>
                </a:path>
              </a:pathLst>
            </a:custGeom>
            <a:ln w="13970">
              <a:solidFill>
                <a:srgbClr val="0A7285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5" name="object 75"/>
            <p:cNvSpPr/>
            <p:nvPr/>
          </p:nvSpPr>
          <p:spPr>
            <a:xfrm>
              <a:off x="6860156" y="4440524"/>
              <a:ext cx="114300" cy="81915"/>
            </a:xfrm>
            <a:custGeom>
              <a:avLst/>
              <a:gdLst/>
              <a:ahLst/>
              <a:cxnLst/>
              <a:rect l="l" t="t" r="r" b="b"/>
              <a:pathLst>
                <a:path w="114300" h="81914">
                  <a:moveTo>
                    <a:pt x="88591" y="0"/>
                  </a:moveTo>
                  <a:lnTo>
                    <a:pt x="0" y="72222"/>
                  </a:lnTo>
                  <a:lnTo>
                    <a:pt x="113897" y="81809"/>
                  </a:lnTo>
                  <a:lnTo>
                    <a:pt x="88591" y="0"/>
                  </a:lnTo>
                  <a:close/>
                </a:path>
              </a:pathLst>
            </a:custGeom>
            <a:solidFill>
              <a:srgbClr val="0A728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6" name="object 76"/>
            <p:cNvSpPr/>
            <p:nvPr/>
          </p:nvSpPr>
          <p:spPr>
            <a:xfrm>
              <a:off x="6790015" y="3610299"/>
              <a:ext cx="2987675" cy="1622425"/>
            </a:xfrm>
            <a:custGeom>
              <a:avLst/>
              <a:gdLst/>
              <a:ahLst/>
              <a:cxnLst/>
              <a:rect l="l" t="t" r="r" b="b"/>
              <a:pathLst>
                <a:path w="2987675" h="1622425">
                  <a:moveTo>
                    <a:pt x="2987584" y="0"/>
                  </a:moveTo>
                  <a:lnTo>
                    <a:pt x="0" y="1622417"/>
                  </a:lnTo>
                </a:path>
              </a:pathLst>
            </a:custGeom>
            <a:ln w="13970">
              <a:solidFill>
                <a:srgbClr val="0A7285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7" name="object 77"/>
            <p:cNvSpPr/>
            <p:nvPr/>
          </p:nvSpPr>
          <p:spPr>
            <a:xfrm>
              <a:off x="6790015" y="5144514"/>
              <a:ext cx="113664" cy="88265"/>
            </a:xfrm>
            <a:custGeom>
              <a:avLst/>
              <a:gdLst/>
              <a:ahLst/>
              <a:cxnLst/>
              <a:rect l="l" t="t" r="r" b="b"/>
              <a:pathLst>
                <a:path w="113665" h="88264">
                  <a:moveTo>
                    <a:pt x="72696" y="0"/>
                  </a:moveTo>
                  <a:lnTo>
                    <a:pt x="0" y="88202"/>
                  </a:lnTo>
                  <a:lnTo>
                    <a:pt x="113563" y="75255"/>
                  </a:lnTo>
                  <a:lnTo>
                    <a:pt x="72696" y="0"/>
                  </a:lnTo>
                  <a:close/>
                </a:path>
              </a:pathLst>
            </a:custGeom>
            <a:solidFill>
              <a:srgbClr val="0A728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8" name="object 78"/>
            <p:cNvSpPr/>
            <p:nvPr/>
          </p:nvSpPr>
          <p:spPr>
            <a:xfrm>
              <a:off x="6697339" y="3610299"/>
              <a:ext cx="3080385" cy="2349500"/>
            </a:xfrm>
            <a:custGeom>
              <a:avLst/>
              <a:gdLst/>
              <a:ahLst/>
              <a:cxnLst/>
              <a:rect l="l" t="t" r="r" b="b"/>
              <a:pathLst>
                <a:path w="3080384" h="2349500">
                  <a:moveTo>
                    <a:pt x="3080260" y="0"/>
                  </a:moveTo>
                  <a:lnTo>
                    <a:pt x="0" y="2349016"/>
                  </a:lnTo>
                </a:path>
              </a:pathLst>
            </a:custGeom>
            <a:ln w="13970">
              <a:solidFill>
                <a:srgbClr val="0A7285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9" name="object 79"/>
            <p:cNvSpPr/>
            <p:nvPr/>
          </p:nvSpPr>
          <p:spPr>
            <a:xfrm>
              <a:off x="6697339" y="5861005"/>
              <a:ext cx="110489" cy="98425"/>
            </a:xfrm>
            <a:custGeom>
              <a:avLst/>
              <a:gdLst/>
              <a:ahLst/>
              <a:cxnLst/>
              <a:rect l="l" t="t" r="r" b="b"/>
              <a:pathLst>
                <a:path w="110490" h="98425">
                  <a:moveTo>
                    <a:pt x="58304" y="0"/>
                  </a:moveTo>
                  <a:lnTo>
                    <a:pt x="0" y="98310"/>
                  </a:lnTo>
                  <a:lnTo>
                    <a:pt x="110233" y="68093"/>
                  </a:lnTo>
                  <a:lnTo>
                    <a:pt x="58304" y="0"/>
                  </a:lnTo>
                  <a:close/>
                </a:path>
              </a:pathLst>
            </a:custGeom>
            <a:solidFill>
              <a:srgbClr val="0A728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0" name="object 80"/>
            <p:cNvSpPr/>
            <p:nvPr/>
          </p:nvSpPr>
          <p:spPr>
            <a:xfrm>
              <a:off x="6598206" y="2450545"/>
              <a:ext cx="3179445" cy="3065145"/>
            </a:xfrm>
            <a:custGeom>
              <a:avLst/>
              <a:gdLst/>
              <a:ahLst/>
              <a:cxnLst/>
              <a:rect l="l" t="t" r="r" b="b"/>
              <a:pathLst>
                <a:path w="3179445" h="3065145">
                  <a:moveTo>
                    <a:pt x="3179394" y="3064753"/>
                  </a:moveTo>
                  <a:lnTo>
                    <a:pt x="0" y="0"/>
                  </a:lnTo>
                </a:path>
              </a:pathLst>
            </a:custGeom>
            <a:ln w="13970">
              <a:solidFill>
                <a:srgbClr val="0A7285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1" name="object 81"/>
            <p:cNvSpPr/>
            <p:nvPr/>
          </p:nvSpPr>
          <p:spPr>
            <a:xfrm>
              <a:off x="6598206" y="2450545"/>
              <a:ext cx="106045" cy="104775"/>
            </a:xfrm>
            <a:custGeom>
              <a:avLst/>
              <a:gdLst/>
              <a:ahLst/>
              <a:cxnLst/>
              <a:rect l="l" t="t" r="r" b="b"/>
              <a:pathLst>
                <a:path w="106045" h="104775">
                  <a:moveTo>
                    <a:pt x="0" y="0"/>
                  </a:moveTo>
                  <a:lnTo>
                    <a:pt x="46583" y="104376"/>
                  </a:lnTo>
                  <a:lnTo>
                    <a:pt x="106015" y="4272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A728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2" name="object 82"/>
            <p:cNvSpPr/>
            <p:nvPr/>
          </p:nvSpPr>
          <p:spPr>
            <a:xfrm>
              <a:off x="6861449" y="4630169"/>
              <a:ext cx="2916555" cy="885190"/>
            </a:xfrm>
            <a:custGeom>
              <a:avLst/>
              <a:gdLst/>
              <a:ahLst/>
              <a:cxnLst/>
              <a:rect l="l" t="t" r="r" b="b"/>
              <a:pathLst>
                <a:path w="2916554" h="885189">
                  <a:moveTo>
                    <a:pt x="2916151" y="885130"/>
                  </a:moveTo>
                  <a:lnTo>
                    <a:pt x="0" y="0"/>
                  </a:lnTo>
                </a:path>
              </a:pathLst>
            </a:custGeom>
            <a:ln w="13970">
              <a:solidFill>
                <a:srgbClr val="0A7285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3" name="object 83"/>
            <p:cNvSpPr/>
            <p:nvPr/>
          </p:nvSpPr>
          <p:spPr>
            <a:xfrm>
              <a:off x="6861449" y="4619977"/>
              <a:ext cx="114300" cy="82550"/>
            </a:xfrm>
            <a:custGeom>
              <a:avLst/>
              <a:gdLst/>
              <a:ahLst/>
              <a:cxnLst/>
              <a:rect l="l" t="t" r="r" b="b"/>
              <a:pathLst>
                <a:path w="114300" h="82550">
                  <a:moveTo>
                    <a:pt x="113844" y="0"/>
                  </a:moveTo>
                  <a:lnTo>
                    <a:pt x="0" y="10191"/>
                  </a:lnTo>
                  <a:lnTo>
                    <a:pt x="88972" y="81942"/>
                  </a:lnTo>
                  <a:lnTo>
                    <a:pt x="113844" y="0"/>
                  </a:lnTo>
                  <a:close/>
                </a:path>
              </a:pathLst>
            </a:custGeom>
            <a:solidFill>
              <a:srgbClr val="0A728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4" name="object 84"/>
            <p:cNvSpPr/>
            <p:nvPr/>
          </p:nvSpPr>
          <p:spPr>
            <a:xfrm>
              <a:off x="3796600" y="1244599"/>
              <a:ext cx="3098800" cy="558800"/>
            </a:xfrm>
            <a:custGeom>
              <a:avLst/>
              <a:gdLst/>
              <a:ahLst/>
              <a:cxnLst/>
              <a:rect l="l" t="t" r="r" b="b"/>
              <a:pathLst>
                <a:path w="3098800" h="558800">
                  <a:moveTo>
                    <a:pt x="1549400" y="0"/>
                  </a:moveTo>
                  <a:lnTo>
                    <a:pt x="1474330" y="322"/>
                  </a:lnTo>
                  <a:lnTo>
                    <a:pt x="1400182" y="1279"/>
                  </a:lnTo>
                  <a:lnTo>
                    <a:pt x="1327037" y="2855"/>
                  </a:lnTo>
                  <a:lnTo>
                    <a:pt x="1254977" y="5037"/>
                  </a:lnTo>
                  <a:lnTo>
                    <a:pt x="1184083" y="7810"/>
                  </a:lnTo>
                  <a:lnTo>
                    <a:pt x="1114435" y="11159"/>
                  </a:lnTo>
                  <a:lnTo>
                    <a:pt x="1046115" y="15070"/>
                  </a:lnTo>
                  <a:lnTo>
                    <a:pt x="979204" y="19527"/>
                  </a:lnTo>
                  <a:lnTo>
                    <a:pt x="913784" y="24516"/>
                  </a:lnTo>
                  <a:lnTo>
                    <a:pt x="849935" y="30023"/>
                  </a:lnTo>
                  <a:lnTo>
                    <a:pt x="787738" y="36033"/>
                  </a:lnTo>
                  <a:lnTo>
                    <a:pt x="727275" y="42531"/>
                  </a:lnTo>
                  <a:lnTo>
                    <a:pt x="668627" y="49503"/>
                  </a:lnTo>
                  <a:lnTo>
                    <a:pt x="611876" y="56934"/>
                  </a:lnTo>
                  <a:lnTo>
                    <a:pt x="557101" y="64809"/>
                  </a:lnTo>
                  <a:lnTo>
                    <a:pt x="504385" y="73114"/>
                  </a:lnTo>
                  <a:lnTo>
                    <a:pt x="453808" y="81834"/>
                  </a:lnTo>
                  <a:lnTo>
                    <a:pt x="405452" y="90954"/>
                  </a:lnTo>
                  <a:lnTo>
                    <a:pt x="359398" y="100460"/>
                  </a:lnTo>
                  <a:lnTo>
                    <a:pt x="315727" y="110338"/>
                  </a:lnTo>
                  <a:lnTo>
                    <a:pt x="274520" y="120572"/>
                  </a:lnTo>
                  <a:lnTo>
                    <a:pt x="235858" y="131147"/>
                  </a:lnTo>
                  <a:lnTo>
                    <a:pt x="166496" y="153266"/>
                  </a:lnTo>
                  <a:lnTo>
                    <a:pt x="108288" y="176577"/>
                  </a:lnTo>
                  <a:lnTo>
                    <a:pt x="61886" y="200963"/>
                  </a:lnTo>
                  <a:lnTo>
                    <a:pt x="27937" y="226307"/>
                  </a:lnTo>
                  <a:lnTo>
                    <a:pt x="1786" y="265862"/>
                  </a:lnTo>
                  <a:lnTo>
                    <a:pt x="0" y="279400"/>
                  </a:lnTo>
                  <a:lnTo>
                    <a:pt x="1786" y="292937"/>
                  </a:lnTo>
                  <a:lnTo>
                    <a:pt x="27937" y="332492"/>
                  </a:lnTo>
                  <a:lnTo>
                    <a:pt x="61886" y="357836"/>
                  </a:lnTo>
                  <a:lnTo>
                    <a:pt x="108288" y="382222"/>
                  </a:lnTo>
                  <a:lnTo>
                    <a:pt x="166496" y="405533"/>
                  </a:lnTo>
                  <a:lnTo>
                    <a:pt x="235858" y="427652"/>
                  </a:lnTo>
                  <a:lnTo>
                    <a:pt x="274520" y="438227"/>
                  </a:lnTo>
                  <a:lnTo>
                    <a:pt x="315727" y="448461"/>
                  </a:lnTo>
                  <a:lnTo>
                    <a:pt x="359398" y="458339"/>
                  </a:lnTo>
                  <a:lnTo>
                    <a:pt x="405452" y="467845"/>
                  </a:lnTo>
                  <a:lnTo>
                    <a:pt x="453808" y="476965"/>
                  </a:lnTo>
                  <a:lnTo>
                    <a:pt x="504385" y="485685"/>
                  </a:lnTo>
                  <a:lnTo>
                    <a:pt x="557101" y="493990"/>
                  </a:lnTo>
                  <a:lnTo>
                    <a:pt x="611876" y="501865"/>
                  </a:lnTo>
                  <a:lnTo>
                    <a:pt x="668627" y="509296"/>
                  </a:lnTo>
                  <a:lnTo>
                    <a:pt x="727275" y="516268"/>
                  </a:lnTo>
                  <a:lnTo>
                    <a:pt x="787738" y="522766"/>
                  </a:lnTo>
                  <a:lnTo>
                    <a:pt x="849935" y="528776"/>
                  </a:lnTo>
                  <a:lnTo>
                    <a:pt x="913784" y="534283"/>
                  </a:lnTo>
                  <a:lnTo>
                    <a:pt x="979204" y="539272"/>
                  </a:lnTo>
                  <a:lnTo>
                    <a:pt x="1046115" y="543729"/>
                  </a:lnTo>
                  <a:lnTo>
                    <a:pt x="1114435" y="547640"/>
                  </a:lnTo>
                  <a:lnTo>
                    <a:pt x="1184083" y="550989"/>
                  </a:lnTo>
                  <a:lnTo>
                    <a:pt x="1254977" y="553762"/>
                  </a:lnTo>
                  <a:lnTo>
                    <a:pt x="1327037" y="555944"/>
                  </a:lnTo>
                  <a:lnTo>
                    <a:pt x="1400182" y="557520"/>
                  </a:lnTo>
                  <a:lnTo>
                    <a:pt x="1474330" y="558477"/>
                  </a:lnTo>
                  <a:lnTo>
                    <a:pt x="1549400" y="558800"/>
                  </a:lnTo>
                  <a:lnTo>
                    <a:pt x="1624469" y="558477"/>
                  </a:lnTo>
                  <a:lnTo>
                    <a:pt x="1698617" y="557520"/>
                  </a:lnTo>
                  <a:lnTo>
                    <a:pt x="1771761" y="555944"/>
                  </a:lnTo>
                  <a:lnTo>
                    <a:pt x="1843821" y="553762"/>
                  </a:lnTo>
                  <a:lnTo>
                    <a:pt x="1914716" y="550989"/>
                  </a:lnTo>
                  <a:lnTo>
                    <a:pt x="1984364" y="547640"/>
                  </a:lnTo>
                  <a:lnTo>
                    <a:pt x="2052683" y="543729"/>
                  </a:lnTo>
                  <a:lnTo>
                    <a:pt x="2119594" y="539272"/>
                  </a:lnTo>
                  <a:lnTo>
                    <a:pt x="2185015" y="534283"/>
                  </a:lnTo>
                  <a:lnTo>
                    <a:pt x="2248864" y="528776"/>
                  </a:lnTo>
                  <a:lnTo>
                    <a:pt x="2311060" y="522766"/>
                  </a:lnTo>
                  <a:lnTo>
                    <a:pt x="2371523" y="516268"/>
                  </a:lnTo>
                  <a:lnTo>
                    <a:pt x="2430171" y="509296"/>
                  </a:lnTo>
                  <a:lnTo>
                    <a:pt x="2486923" y="501865"/>
                  </a:lnTo>
                  <a:lnTo>
                    <a:pt x="2541698" y="493990"/>
                  </a:lnTo>
                  <a:lnTo>
                    <a:pt x="2594414" y="485685"/>
                  </a:lnTo>
                  <a:lnTo>
                    <a:pt x="2644991" y="476965"/>
                  </a:lnTo>
                  <a:lnTo>
                    <a:pt x="2693347" y="467845"/>
                  </a:lnTo>
                  <a:lnTo>
                    <a:pt x="2739401" y="458339"/>
                  </a:lnTo>
                  <a:lnTo>
                    <a:pt x="2783072" y="448461"/>
                  </a:lnTo>
                  <a:lnTo>
                    <a:pt x="2824279" y="438227"/>
                  </a:lnTo>
                  <a:lnTo>
                    <a:pt x="2862941" y="427652"/>
                  </a:lnTo>
                  <a:lnTo>
                    <a:pt x="2932303" y="405533"/>
                  </a:lnTo>
                  <a:lnTo>
                    <a:pt x="2990510" y="382222"/>
                  </a:lnTo>
                  <a:lnTo>
                    <a:pt x="3036913" y="357836"/>
                  </a:lnTo>
                  <a:lnTo>
                    <a:pt x="3070861" y="332492"/>
                  </a:lnTo>
                  <a:lnTo>
                    <a:pt x="3097013" y="292937"/>
                  </a:lnTo>
                  <a:lnTo>
                    <a:pt x="3098799" y="279400"/>
                  </a:lnTo>
                  <a:lnTo>
                    <a:pt x="3097013" y="265862"/>
                  </a:lnTo>
                  <a:lnTo>
                    <a:pt x="3070861" y="226307"/>
                  </a:lnTo>
                  <a:lnTo>
                    <a:pt x="3036913" y="200963"/>
                  </a:lnTo>
                  <a:lnTo>
                    <a:pt x="2990510" y="176577"/>
                  </a:lnTo>
                  <a:lnTo>
                    <a:pt x="2932303" y="153266"/>
                  </a:lnTo>
                  <a:lnTo>
                    <a:pt x="2862941" y="131147"/>
                  </a:lnTo>
                  <a:lnTo>
                    <a:pt x="2824279" y="120572"/>
                  </a:lnTo>
                  <a:lnTo>
                    <a:pt x="2783072" y="110338"/>
                  </a:lnTo>
                  <a:lnTo>
                    <a:pt x="2739401" y="100460"/>
                  </a:lnTo>
                  <a:lnTo>
                    <a:pt x="2693347" y="90954"/>
                  </a:lnTo>
                  <a:lnTo>
                    <a:pt x="2644991" y="81834"/>
                  </a:lnTo>
                  <a:lnTo>
                    <a:pt x="2594414" y="73114"/>
                  </a:lnTo>
                  <a:lnTo>
                    <a:pt x="2541698" y="64809"/>
                  </a:lnTo>
                  <a:lnTo>
                    <a:pt x="2486923" y="56934"/>
                  </a:lnTo>
                  <a:lnTo>
                    <a:pt x="2430171" y="49503"/>
                  </a:lnTo>
                  <a:lnTo>
                    <a:pt x="2371523" y="42531"/>
                  </a:lnTo>
                  <a:lnTo>
                    <a:pt x="2311060" y="36033"/>
                  </a:lnTo>
                  <a:lnTo>
                    <a:pt x="2248864" y="30023"/>
                  </a:lnTo>
                  <a:lnTo>
                    <a:pt x="2185015" y="24516"/>
                  </a:lnTo>
                  <a:lnTo>
                    <a:pt x="2119594" y="19527"/>
                  </a:lnTo>
                  <a:lnTo>
                    <a:pt x="2052683" y="15070"/>
                  </a:lnTo>
                  <a:lnTo>
                    <a:pt x="1984364" y="11159"/>
                  </a:lnTo>
                  <a:lnTo>
                    <a:pt x="1914716" y="7810"/>
                  </a:lnTo>
                  <a:lnTo>
                    <a:pt x="1843821" y="5037"/>
                  </a:lnTo>
                  <a:lnTo>
                    <a:pt x="1771761" y="2855"/>
                  </a:lnTo>
                  <a:lnTo>
                    <a:pt x="1698617" y="1279"/>
                  </a:lnTo>
                  <a:lnTo>
                    <a:pt x="1624469" y="322"/>
                  </a:lnTo>
                  <a:lnTo>
                    <a:pt x="1549400" y="0"/>
                  </a:lnTo>
                  <a:close/>
                </a:path>
              </a:pathLst>
            </a:custGeom>
            <a:solidFill>
              <a:srgbClr val="FFF2C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5" name="object 85"/>
            <p:cNvSpPr/>
            <p:nvPr/>
          </p:nvSpPr>
          <p:spPr>
            <a:xfrm>
              <a:off x="3796600" y="1244599"/>
              <a:ext cx="3098800" cy="558800"/>
            </a:xfrm>
            <a:custGeom>
              <a:avLst/>
              <a:gdLst/>
              <a:ahLst/>
              <a:cxnLst/>
              <a:rect l="l" t="t" r="r" b="b"/>
              <a:pathLst>
                <a:path w="3098800" h="558800">
                  <a:moveTo>
                    <a:pt x="3098799" y="279400"/>
                  </a:moveTo>
                  <a:lnTo>
                    <a:pt x="3082963" y="239301"/>
                  </a:lnTo>
                  <a:lnTo>
                    <a:pt x="3036913" y="200963"/>
                  </a:lnTo>
                  <a:lnTo>
                    <a:pt x="2990510" y="176577"/>
                  </a:lnTo>
                  <a:lnTo>
                    <a:pt x="2932303" y="153266"/>
                  </a:lnTo>
                  <a:lnTo>
                    <a:pt x="2862941" y="131147"/>
                  </a:lnTo>
                  <a:lnTo>
                    <a:pt x="2824279" y="120572"/>
                  </a:lnTo>
                  <a:lnTo>
                    <a:pt x="2783072" y="110338"/>
                  </a:lnTo>
                  <a:lnTo>
                    <a:pt x="2739401" y="100460"/>
                  </a:lnTo>
                  <a:lnTo>
                    <a:pt x="2693347" y="90954"/>
                  </a:lnTo>
                  <a:lnTo>
                    <a:pt x="2644991" y="81834"/>
                  </a:lnTo>
                  <a:lnTo>
                    <a:pt x="2594414" y="73114"/>
                  </a:lnTo>
                  <a:lnTo>
                    <a:pt x="2541698" y="64809"/>
                  </a:lnTo>
                  <a:lnTo>
                    <a:pt x="2486923" y="56934"/>
                  </a:lnTo>
                  <a:lnTo>
                    <a:pt x="2430171" y="49503"/>
                  </a:lnTo>
                  <a:lnTo>
                    <a:pt x="2371523" y="42531"/>
                  </a:lnTo>
                  <a:lnTo>
                    <a:pt x="2311060" y="36033"/>
                  </a:lnTo>
                  <a:lnTo>
                    <a:pt x="2248864" y="30023"/>
                  </a:lnTo>
                  <a:lnTo>
                    <a:pt x="2185015" y="24516"/>
                  </a:lnTo>
                  <a:lnTo>
                    <a:pt x="2119594" y="19527"/>
                  </a:lnTo>
                  <a:lnTo>
                    <a:pt x="2052683" y="15070"/>
                  </a:lnTo>
                  <a:lnTo>
                    <a:pt x="1984364" y="11159"/>
                  </a:lnTo>
                  <a:lnTo>
                    <a:pt x="1914716" y="7810"/>
                  </a:lnTo>
                  <a:lnTo>
                    <a:pt x="1843821" y="5037"/>
                  </a:lnTo>
                  <a:lnTo>
                    <a:pt x="1771761" y="2855"/>
                  </a:lnTo>
                  <a:lnTo>
                    <a:pt x="1698617" y="1279"/>
                  </a:lnTo>
                  <a:lnTo>
                    <a:pt x="1624469" y="322"/>
                  </a:lnTo>
                  <a:lnTo>
                    <a:pt x="1549400" y="0"/>
                  </a:lnTo>
                  <a:lnTo>
                    <a:pt x="1474330" y="322"/>
                  </a:lnTo>
                  <a:lnTo>
                    <a:pt x="1400182" y="1279"/>
                  </a:lnTo>
                  <a:lnTo>
                    <a:pt x="1327037" y="2855"/>
                  </a:lnTo>
                  <a:lnTo>
                    <a:pt x="1254977" y="5037"/>
                  </a:lnTo>
                  <a:lnTo>
                    <a:pt x="1184083" y="7810"/>
                  </a:lnTo>
                  <a:lnTo>
                    <a:pt x="1114435" y="11159"/>
                  </a:lnTo>
                  <a:lnTo>
                    <a:pt x="1046115" y="15070"/>
                  </a:lnTo>
                  <a:lnTo>
                    <a:pt x="979204" y="19527"/>
                  </a:lnTo>
                  <a:lnTo>
                    <a:pt x="913784" y="24516"/>
                  </a:lnTo>
                  <a:lnTo>
                    <a:pt x="849935" y="30023"/>
                  </a:lnTo>
                  <a:lnTo>
                    <a:pt x="787738" y="36033"/>
                  </a:lnTo>
                  <a:lnTo>
                    <a:pt x="727275" y="42531"/>
                  </a:lnTo>
                  <a:lnTo>
                    <a:pt x="668627" y="49503"/>
                  </a:lnTo>
                  <a:lnTo>
                    <a:pt x="611876" y="56934"/>
                  </a:lnTo>
                  <a:lnTo>
                    <a:pt x="557101" y="64809"/>
                  </a:lnTo>
                  <a:lnTo>
                    <a:pt x="504385" y="73114"/>
                  </a:lnTo>
                  <a:lnTo>
                    <a:pt x="453808" y="81834"/>
                  </a:lnTo>
                  <a:lnTo>
                    <a:pt x="405452" y="90954"/>
                  </a:lnTo>
                  <a:lnTo>
                    <a:pt x="359398" y="100460"/>
                  </a:lnTo>
                  <a:lnTo>
                    <a:pt x="315727" y="110338"/>
                  </a:lnTo>
                  <a:lnTo>
                    <a:pt x="274520" y="120572"/>
                  </a:lnTo>
                  <a:lnTo>
                    <a:pt x="235858" y="131147"/>
                  </a:lnTo>
                  <a:lnTo>
                    <a:pt x="166496" y="153266"/>
                  </a:lnTo>
                  <a:lnTo>
                    <a:pt x="108288" y="176577"/>
                  </a:lnTo>
                  <a:lnTo>
                    <a:pt x="61886" y="200963"/>
                  </a:lnTo>
                  <a:lnTo>
                    <a:pt x="27937" y="226307"/>
                  </a:lnTo>
                  <a:lnTo>
                    <a:pt x="1786" y="265862"/>
                  </a:lnTo>
                  <a:lnTo>
                    <a:pt x="0" y="279400"/>
                  </a:lnTo>
                  <a:lnTo>
                    <a:pt x="1786" y="292937"/>
                  </a:lnTo>
                  <a:lnTo>
                    <a:pt x="27937" y="332492"/>
                  </a:lnTo>
                  <a:lnTo>
                    <a:pt x="61886" y="357836"/>
                  </a:lnTo>
                  <a:lnTo>
                    <a:pt x="108288" y="382222"/>
                  </a:lnTo>
                  <a:lnTo>
                    <a:pt x="166496" y="405533"/>
                  </a:lnTo>
                  <a:lnTo>
                    <a:pt x="235858" y="427652"/>
                  </a:lnTo>
                  <a:lnTo>
                    <a:pt x="274520" y="438227"/>
                  </a:lnTo>
                  <a:lnTo>
                    <a:pt x="315727" y="448461"/>
                  </a:lnTo>
                  <a:lnTo>
                    <a:pt x="359398" y="458339"/>
                  </a:lnTo>
                  <a:lnTo>
                    <a:pt x="405452" y="467845"/>
                  </a:lnTo>
                  <a:lnTo>
                    <a:pt x="453808" y="476965"/>
                  </a:lnTo>
                  <a:lnTo>
                    <a:pt x="504385" y="485685"/>
                  </a:lnTo>
                  <a:lnTo>
                    <a:pt x="557101" y="493990"/>
                  </a:lnTo>
                  <a:lnTo>
                    <a:pt x="611876" y="501865"/>
                  </a:lnTo>
                  <a:lnTo>
                    <a:pt x="668627" y="509296"/>
                  </a:lnTo>
                  <a:lnTo>
                    <a:pt x="727275" y="516268"/>
                  </a:lnTo>
                  <a:lnTo>
                    <a:pt x="787738" y="522766"/>
                  </a:lnTo>
                  <a:lnTo>
                    <a:pt x="849935" y="528776"/>
                  </a:lnTo>
                  <a:lnTo>
                    <a:pt x="913784" y="534283"/>
                  </a:lnTo>
                  <a:lnTo>
                    <a:pt x="979204" y="539272"/>
                  </a:lnTo>
                  <a:lnTo>
                    <a:pt x="1046115" y="543729"/>
                  </a:lnTo>
                  <a:lnTo>
                    <a:pt x="1114435" y="547640"/>
                  </a:lnTo>
                  <a:lnTo>
                    <a:pt x="1184083" y="550989"/>
                  </a:lnTo>
                  <a:lnTo>
                    <a:pt x="1254977" y="553762"/>
                  </a:lnTo>
                  <a:lnTo>
                    <a:pt x="1327037" y="555944"/>
                  </a:lnTo>
                  <a:lnTo>
                    <a:pt x="1400182" y="557520"/>
                  </a:lnTo>
                  <a:lnTo>
                    <a:pt x="1474330" y="558477"/>
                  </a:lnTo>
                  <a:lnTo>
                    <a:pt x="1549400" y="558800"/>
                  </a:lnTo>
                  <a:lnTo>
                    <a:pt x="1624469" y="558477"/>
                  </a:lnTo>
                  <a:lnTo>
                    <a:pt x="1698617" y="557520"/>
                  </a:lnTo>
                  <a:lnTo>
                    <a:pt x="1771761" y="555944"/>
                  </a:lnTo>
                  <a:lnTo>
                    <a:pt x="1843821" y="553762"/>
                  </a:lnTo>
                  <a:lnTo>
                    <a:pt x="1914716" y="550989"/>
                  </a:lnTo>
                  <a:lnTo>
                    <a:pt x="1984364" y="547640"/>
                  </a:lnTo>
                  <a:lnTo>
                    <a:pt x="2052683" y="543729"/>
                  </a:lnTo>
                  <a:lnTo>
                    <a:pt x="2119594" y="539272"/>
                  </a:lnTo>
                  <a:lnTo>
                    <a:pt x="2185015" y="534283"/>
                  </a:lnTo>
                  <a:lnTo>
                    <a:pt x="2248864" y="528776"/>
                  </a:lnTo>
                  <a:lnTo>
                    <a:pt x="2311060" y="522766"/>
                  </a:lnTo>
                  <a:lnTo>
                    <a:pt x="2371523" y="516268"/>
                  </a:lnTo>
                  <a:lnTo>
                    <a:pt x="2430171" y="509296"/>
                  </a:lnTo>
                  <a:lnTo>
                    <a:pt x="2486923" y="501865"/>
                  </a:lnTo>
                  <a:lnTo>
                    <a:pt x="2541698" y="493990"/>
                  </a:lnTo>
                  <a:lnTo>
                    <a:pt x="2594414" y="485685"/>
                  </a:lnTo>
                  <a:lnTo>
                    <a:pt x="2644991" y="476965"/>
                  </a:lnTo>
                  <a:lnTo>
                    <a:pt x="2693347" y="467845"/>
                  </a:lnTo>
                  <a:lnTo>
                    <a:pt x="2739401" y="458339"/>
                  </a:lnTo>
                  <a:lnTo>
                    <a:pt x="2783072" y="448461"/>
                  </a:lnTo>
                  <a:lnTo>
                    <a:pt x="2824279" y="438227"/>
                  </a:lnTo>
                  <a:lnTo>
                    <a:pt x="2862941" y="427652"/>
                  </a:lnTo>
                  <a:lnTo>
                    <a:pt x="2932303" y="405533"/>
                  </a:lnTo>
                  <a:lnTo>
                    <a:pt x="2990510" y="382222"/>
                  </a:lnTo>
                  <a:lnTo>
                    <a:pt x="3036913" y="357836"/>
                  </a:lnTo>
                  <a:lnTo>
                    <a:pt x="3070861" y="332492"/>
                  </a:lnTo>
                  <a:lnTo>
                    <a:pt x="3097013" y="292937"/>
                  </a:lnTo>
                  <a:lnTo>
                    <a:pt x="3098799" y="279400"/>
                  </a:lnTo>
                </a:path>
              </a:pathLst>
            </a:custGeom>
            <a:ln w="27940">
              <a:solidFill>
                <a:srgbClr val="E695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6" name="object 86"/>
          <p:cNvSpPr txBox="1"/>
          <p:nvPr/>
        </p:nvSpPr>
        <p:spPr>
          <a:xfrm>
            <a:off x="4925357" y="1327149"/>
            <a:ext cx="841375" cy="3835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algn="ctr">
              <a:lnSpc>
                <a:spcPts val="800"/>
              </a:lnSpc>
              <a:spcBef>
                <a:spcPts val="100"/>
              </a:spcBef>
            </a:pPr>
            <a:r>
              <a:rPr sz="750" b="1" spc="-10" dirty="0">
                <a:solidFill>
                  <a:srgbClr val="794F00"/>
                </a:solidFill>
                <a:latin typeface="Arial"/>
                <a:cs typeface="Arial"/>
              </a:rPr>
              <a:t>02.01</a:t>
            </a:r>
            <a:endParaRPr sz="750">
              <a:latin typeface="Arial"/>
              <a:cs typeface="Arial"/>
            </a:endParaRPr>
          </a:p>
          <a:p>
            <a:pPr algn="ctr">
              <a:lnSpc>
                <a:spcPts val="919"/>
              </a:lnSpc>
            </a:pPr>
            <a:r>
              <a:rPr sz="850" dirty="0">
                <a:solidFill>
                  <a:srgbClr val="1A1A2D"/>
                </a:solidFill>
                <a:latin typeface="Arial MT"/>
                <a:cs typeface="Arial MT"/>
              </a:rPr>
              <a:t>Create</a:t>
            </a:r>
            <a:r>
              <a:rPr sz="850" spc="-15" dirty="0">
                <a:solidFill>
                  <a:srgbClr val="1A1A2D"/>
                </a:solidFill>
                <a:latin typeface="Arial MT"/>
                <a:cs typeface="Arial MT"/>
              </a:rPr>
              <a:t> </a:t>
            </a:r>
            <a:r>
              <a:rPr sz="850" dirty="0">
                <a:solidFill>
                  <a:srgbClr val="1A1A2D"/>
                </a:solidFill>
                <a:latin typeface="Arial MT"/>
                <a:cs typeface="Arial MT"/>
              </a:rPr>
              <a:t>&amp;</a:t>
            </a:r>
            <a:r>
              <a:rPr sz="850" spc="-10" dirty="0">
                <a:solidFill>
                  <a:srgbClr val="1A1A2D"/>
                </a:solidFill>
                <a:latin typeface="Arial MT"/>
                <a:cs typeface="Arial MT"/>
              </a:rPr>
              <a:t> Submit</a:t>
            </a:r>
            <a:endParaRPr sz="850">
              <a:latin typeface="Arial MT"/>
              <a:cs typeface="Arial MT"/>
            </a:endParaRPr>
          </a:p>
          <a:p>
            <a:pPr algn="ctr">
              <a:lnSpc>
                <a:spcPct val="100000"/>
              </a:lnSpc>
              <a:spcBef>
                <a:spcPts val="80"/>
              </a:spcBef>
            </a:pPr>
            <a:r>
              <a:rPr sz="850" dirty="0">
                <a:solidFill>
                  <a:srgbClr val="1A1A2D"/>
                </a:solidFill>
                <a:latin typeface="Arial MT"/>
                <a:cs typeface="Arial MT"/>
              </a:rPr>
              <a:t>Purchase</a:t>
            </a:r>
            <a:r>
              <a:rPr sz="850" spc="-25" dirty="0">
                <a:solidFill>
                  <a:srgbClr val="1A1A2D"/>
                </a:solidFill>
                <a:latin typeface="Arial MT"/>
                <a:cs typeface="Arial MT"/>
              </a:rPr>
              <a:t> </a:t>
            </a:r>
            <a:r>
              <a:rPr sz="850" spc="-10" dirty="0">
                <a:solidFill>
                  <a:srgbClr val="1A1A2D"/>
                </a:solidFill>
                <a:latin typeface="Arial MT"/>
                <a:cs typeface="Arial MT"/>
              </a:rPr>
              <a:t>Orders</a:t>
            </a:r>
            <a:endParaRPr sz="850">
              <a:latin typeface="Arial MT"/>
              <a:cs typeface="Arial MT"/>
            </a:endParaRPr>
          </a:p>
        </p:txBody>
      </p:sp>
      <p:grpSp>
        <p:nvGrpSpPr>
          <p:cNvPr id="87" name="object 87"/>
          <p:cNvGrpSpPr/>
          <p:nvPr/>
        </p:nvGrpSpPr>
        <p:grpSpPr>
          <a:xfrm>
            <a:off x="3782630" y="1992629"/>
            <a:ext cx="3126740" cy="586740"/>
            <a:chOff x="3782630" y="1992629"/>
            <a:chExt cx="3126740" cy="586740"/>
          </a:xfrm>
        </p:grpSpPr>
        <p:sp>
          <p:nvSpPr>
            <p:cNvPr id="88" name="object 88"/>
            <p:cNvSpPr/>
            <p:nvPr/>
          </p:nvSpPr>
          <p:spPr>
            <a:xfrm>
              <a:off x="3796600" y="2006599"/>
              <a:ext cx="3098800" cy="558800"/>
            </a:xfrm>
            <a:custGeom>
              <a:avLst/>
              <a:gdLst/>
              <a:ahLst/>
              <a:cxnLst/>
              <a:rect l="l" t="t" r="r" b="b"/>
              <a:pathLst>
                <a:path w="3098800" h="558800">
                  <a:moveTo>
                    <a:pt x="1549400" y="0"/>
                  </a:moveTo>
                  <a:lnTo>
                    <a:pt x="1474330" y="322"/>
                  </a:lnTo>
                  <a:lnTo>
                    <a:pt x="1400182" y="1279"/>
                  </a:lnTo>
                  <a:lnTo>
                    <a:pt x="1327037" y="2855"/>
                  </a:lnTo>
                  <a:lnTo>
                    <a:pt x="1254977" y="5037"/>
                  </a:lnTo>
                  <a:lnTo>
                    <a:pt x="1184083" y="7810"/>
                  </a:lnTo>
                  <a:lnTo>
                    <a:pt x="1114435" y="11159"/>
                  </a:lnTo>
                  <a:lnTo>
                    <a:pt x="1046115" y="15070"/>
                  </a:lnTo>
                  <a:lnTo>
                    <a:pt x="979204" y="19527"/>
                  </a:lnTo>
                  <a:lnTo>
                    <a:pt x="913784" y="24516"/>
                  </a:lnTo>
                  <a:lnTo>
                    <a:pt x="849935" y="30023"/>
                  </a:lnTo>
                  <a:lnTo>
                    <a:pt x="787738" y="36033"/>
                  </a:lnTo>
                  <a:lnTo>
                    <a:pt x="727275" y="42531"/>
                  </a:lnTo>
                  <a:lnTo>
                    <a:pt x="668627" y="49503"/>
                  </a:lnTo>
                  <a:lnTo>
                    <a:pt x="611876" y="56934"/>
                  </a:lnTo>
                  <a:lnTo>
                    <a:pt x="557101" y="64809"/>
                  </a:lnTo>
                  <a:lnTo>
                    <a:pt x="504385" y="73114"/>
                  </a:lnTo>
                  <a:lnTo>
                    <a:pt x="453808" y="81834"/>
                  </a:lnTo>
                  <a:lnTo>
                    <a:pt x="405452" y="90954"/>
                  </a:lnTo>
                  <a:lnTo>
                    <a:pt x="359398" y="100460"/>
                  </a:lnTo>
                  <a:lnTo>
                    <a:pt x="315727" y="110338"/>
                  </a:lnTo>
                  <a:lnTo>
                    <a:pt x="274520" y="120572"/>
                  </a:lnTo>
                  <a:lnTo>
                    <a:pt x="235858" y="131147"/>
                  </a:lnTo>
                  <a:lnTo>
                    <a:pt x="166496" y="153266"/>
                  </a:lnTo>
                  <a:lnTo>
                    <a:pt x="108288" y="176577"/>
                  </a:lnTo>
                  <a:lnTo>
                    <a:pt x="61886" y="200963"/>
                  </a:lnTo>
                  <a:lnTo>
                    <a:pt x="27937" y="226307"/>
                  </a:lnTo>
                  <a:lnTo>
                    <a:pt x="1786" y="265862"/>
                  </a:lnTo>
                  <a:lnTo>
                    <a:pt x="0" y="279400"/>
                  </a:lnTo>
                  <a:lnTo>
                    <a:pt x="1786" y="292937"/>
                  </a:lnTo>
                  <a:lnTo>
                    <a:pt x="27937" y="332492"/>
                  </a:lnTo>
                  <a:lnTo>
                    <a:pt x="61886" y="357836"/>
                  </a:lnTo>
                  <a:lnTo>
                    <a:pt x="108288" y="382222"/>
                  </a:lnTo>
                  <a:lnTo>
                    <a:pt x="166496" y="405533"/>
                  </a:lnTo>
                  <a:lnTo>
                    <a:pt x="235858" y="427652"/>
                  </a:lnTo>
                  <a:lnTo>
                    <a:pt x="274520" y="438227"/>
                  </a:lnTo>
                  <a:lnTo>
                    <a:pt x="315727" y="448461"/>
                  </a:lnTo>
                  <a:lnTo>
                    <a:pt x="359398" y="458339"/>
                  </a:lnTo>
                  <a:lnTo>
                    <a:pt x="405452" y="467845"/>
                  </a:lnTo>
                  <a:lnTo>
                    <a:pt x="453808" y="476965"/>
                  </a:lnTo>
                  <a:lnTo>
                    <a:pt x="504385" y="485685"/>
                  </a:lnTo>
                  <a:lnTo>
                    <a:pt x="557101" y="493990"/>
                  </a:lnTo>
                  <a:lnTo>
                    <a:pt x="611876" y="501865"/>
                  </a:lnTo>
                  <a:lnTo>
                    <a:pt x="668627" y="509296"/>
                  </a:lnTo>
                  <a:lnTo>
                    <a:pt x="727275" y="516268"/>
                  </a:lnTo>
                  <a:lnTo>
                    <a:pt x="787738" y="522766"/>
                  </a:lnTo>
                  <a:lnTo>
                    <a:pt x="849935" y="528776"/>
                  </a:lnTo>
                  <a:lnTo>
                    <a:pt x="913784" y="534283"/>
                  </a:lnTo>
                  <a:lnTo>
                    <a:pt x="979204" y="539272"/>
                  </a:lnTo>
                  <a:lnTo>
                    <a:pt x="1046115" y="543729"/>
                  </a:lnTo>
                  <a:lnTo>
                    <a:pt x="1114435" y="547640"/>
                  </a:lnTo>
                  <a:lnTo>
                    <a:pt x="1184083" y="550989"/>
                  </a:lnTo>
                  <a:lnTo>
                    <a:pt x="1254977" y="553762"/>
                  </a:lnTo>
                  <a:lnTo>
                    <a:pt x="1327037" y="555944"/>
                  </a:lnTo>
                  <a:lnTo>
                    <a:pt x="1400182" y="557520"/>
                  </a:lnTo>
                  <a:lnTo>
                    <a:pt x="1474330" y="558477"/>
                  </a:lnTo>
                  <a:lnTo>
                    <a:pt x="1549400" y="558800"/>
                  </a:lnTo>
                  <a:lnTo>
                    <a:pt x="1624469" y="558477"/>
                  </a:lnTo>
                  <a:lnTo>
                    <a:pt x="1698617" y="557520"/>
                  </a:lnTo>
                  <a:lnTo>
                    <a:pt x="1771761" y="555944"/>
                  </a:lnTo>
                  <a:lnTo>
                    <a:pt x="1843821" y="553762"/>
                  </a:lnTo>
                  <a:lnTo>
                    <a:pt x="1914716" y="550989"/>
                  </a:lnTo>
                  <a:lnTo>
                    <a:pt x="1984364" y="547640"/>
                  </a:lnTo>
                  <a:lnTo>
                    <a:pt x="2052683" y="543729"/>
                  </a:lnTo>
                  <a:lnTo>
                    <a:pt x="2119594" y="539272"/>
                  </a:lnTo>
                  <a:lnTo>
                    <a:pt x="2185015" y="534283"/>
                  </a:lnTo>
                  <a:lnTo>
                    <a:pt x="2248864" y="528776"/>
                  </a:lnTo>
                  <a:lnTo>
                    <a:pt x="2311060" y="522766"/>
                  </a:lnTo>
                  <a:lnTo>
                    <a:pt x="2371523" y="516268"/>
                  </a:lnTo>
                  <a:lnTo>
                    <a:pt x="2430171" y="509296"/>
                  </a:lnTo>
                  <a:lnTo>
                    <a:pt x="2486923" y="501865"/>
                  </a:lnTo>
                  <a:lnTo>
                    <a:pt x="2541698" y="493990"/>
                  </a:lnTo>
                  <a:lnTo>
                    <a:pt x="2594414" y="485685"/>
                  </a:lnTo>
                  <a:lnTo>
                    <a:pt x="2644991" y="476965"/>
                  </a:lnTo>
                  <a:lnTo>
                    <a:pt x="2693347" y="467845"/>
                  </a:lnTo>
                  <a:lnTo>
                    <a:pt x="2739401" y="458339"/>
                  </a:lnTo>
                  <a:lnTo>
                    <a:pt x="2783072" y="448461"/>
                  </a:lnTo>
                  <a:lnTo>
                    <a:pt x="2824279" y="438227"/>
                  </a:lnTo>
                  <a:lnTo>
                    <a:pt x="2862941" y="427652"/>
                  </a:lnTo>
                  <a:lnTo>
                    <a:pt x="2932303" y="405533"/>
                  </a:lnTo>
                  <a:lnTo>
                    <a:pt x="2990510" y="382222"/>
                  </a:lnTo>
                  <a:lnTo>
                    <a:pt x="3036913" y="357836"/>
                  </a:lnTo>
                  <a:lnTo>
                    <a:pt x="3070861" y="332492"/>
                  </a:lnTo>
                  <a:lnTo>
                    <a:pt x="3097013" y="292937"/>
                  </a:lnTo>
                  <a:lnTo>
                    <a:pt x="3098799" y="279400"/>
                  </a:lnTo>
                  <a:lnTo>
                    <a:pt x="3097013" y="265862"/>
                  </a:lnTo>
                  <a:lnTo>
                    <a:pt x="3070861" y="226307"/>
                  </a:lnTo>
                  <a:lnTo>
                    <a:pt x="3036913" y="200963"/>
                  </a:lnTo>
                  <a:lnTo>
                    <a:pt x="2990510" y="176577"/>
                  </a:lnTo>
                  <a:lnTo>
                    <a:pt x="2932303" y="153266"/>
                  </a:lnTo>
                  <a:lnTo>
                    <a:pt x="2862941" y="131147"/>
                  </a:lnTo>
                  <a:lnTo>
                    <a:pt x="2824279" y="120572"/>
                  </a:lnTo>
                  <a:lnTo>
                    <a:pt x="2783072" y="110338"/>
                  </a:lnTo>
                  <a:lnTo>
                    <a:pt x="2739401" y="100460"/>
                  </a:lnTo>
                  <a:lnTo>
                    <a:pt x="2693347" y="90954"/>
                  </a:lnTo>
                  <a:lnTo>
                    <a:pt x="2644991" y="81834"/>
                  </a:lnTo>
                  <a:lnTo>
                    <a:pt x="2594414" y="73114"/>
                  </a:lnTo>
                  <a:lnTo>
                    <a:pt x="2541698" y="64809"/>
                  </a:lnTo>
                  <a:lnTo>
                    <a:pt x="2486923" y="56934"/>
                  </a:lnTo>
                  <a:lnTo>
                    <a:pt x="2430171" y="49503"/>
                  </a:lnTo>
                  <a:lnTo>
                    <a:pt x="2371523" y="42531"/>
                  </a:lnTo>
                  <a:lnTo>
                    <a:pt x="2311060" y="36033"/>
                  </a:lnTo>
                  <a:lnTo>
                    <a:pt x="2248864" y="30023"/>
                  </a:lnTo>
                  <a:lnTo>
                    <a:pt x="2185015" y="24516"/>
                  </a:lnTo>
                  <a:lnTo>
                    <a:pt x="2119594" y="19527"/>
                  </a:lnTo>
                  <a:lnTo>
                    <a:pt x="2052683" y="15070"/>
                  </a:lnTo>
                  <a:lnTo>
                    <a:pt x="1984364" y="11159"/>
                  </a:lnTo>
                  <a:lnTo>
                    <a:pt x="1914716" y="7810"/>
                  </a:lnTo>
                  <a:lnTo>
                    <a:pt x="1843821" y="5037"/>
                  </a:lnTo>
                  <a:lnTo>
                    <a:pt x="1771761" y="2855"/>
                  </a:lnTo>
                  <a:lnTo>
                    <a:pt x="1698617" y="1279"/>
                  </a:lnTo>
                  <a:lnTo>
                    <a:pt x="1624469" y="322"/>
                  </a:lnTo>
                  <a:lnTo>
                    <a:pt x="1549400" y="0"/>
                  </a:lnTo>
                  <a:close/>
                </a:path>
              </a:pathLst>
            </a:custGeom>
            <a:solidFill>
              <a:srgbClr val="FFF2C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9" name="object 89"/>
            <p:cNvSpPr/>
            <p:nvPr/>
          </p:nvSpPr>
          <p:spPr>
            <a:xfrm>
              <a:off x="3796600" y="2006599"/>
              <a:ext cx="3098800" cy="558800"/>
            </a:xfrm>
            <a:custGeom>
              <a:avLst/>
              <a:gdLst/>
              <a:ahLst/>
              <a:cxnLst/>
              <a:rect l="l" t="t" r="r" b="b"/>
              <a:pathLst>
                <a:path w="3098800" h="558800">
                  <a:moveTo>
                    <a:pt x="3098799" y="279400"/>
                  </a:moveTo>
                  <a:lnTo>
                    <a:pt x="3082963" y="239301"/>
                  </a:lnTo>
                  <a:lnTo>
                    <a:pt x="3036913" y="200963"/>
                  </a:lnTo>
                  <a:lnTo>
                    <a:pt x="2990510" y="176577"/>
                  </a:lnTo>
                  <a:lnTo>
                    <a:pt x="2932303" y="153266"/>
                  </a:lnTo>
                  <a:lnTo>
                    <a:pt x="2862941" y="131147"/>
                  </a:lnTo>
                  <a:lnTo>
                    <a:pt x="2824279" y="120572"/>
                  </a:lnTo>
                  <a:lnTo>
                    <a:pt x="2783072" y="110338"/>
                  </a:lnTo>
                  <a:lnTo>
                    <a:pt x="2739401" y="100460"/>
                  </a:lnTo>
                  <a:lnTo>
                    <a:pt x="2693347" y="90954"/>
                  </a:lnTo>
                  <a:lnTo>
                    <a:pt x="2644991" y="81834"/>
                  </a:lnTo>
                  <a:lnTo>
                    <a:pt x="2594414" y="73114"/>
                  </a:lnTo>
                  <a:lnTo>
                    <a:pt x="2541698" y="64809"/>
                  </a:lnTo>
                  <a:lnTo>
                    <a:pt x="2486923" y="56934"/>
                  </a:lnTo>
                  <a:lnTo>
                    <a:pt x="2430171" y="49503"/>
                  </a:lnTo>
                  <a:lnTo>
                    <a:pt x="2371523" y="42531"/>
                  </a:lnTo>
                  <a:lnTo>
                    <a:pt x="2311060" y="36033"/>
                  </a:lnTo>
                  <a:lnTo>
                    <a:pt x="2248864" y="30023"/>
                  </a:lnTo>
                  <a:lnTo>
                    <a:pt x="2185015" y="24516"/>
                  </a:lnTo>
                  <a:lnTo>
                    <a:pt x="2119594" y="19527"/>
                  </a:lnTo>
                  <a:lnTo>
                    <a:pt x="2052683" y="15070"/>
                  </a:lnTo>
                  <a:lnTo>
                    <a:pt x="1984364" y="11159"/>
                  </a:lnTo>
                  <a:lnTo>
                    <a:pt x="1914716" y="7810"/>
                  </a:lnTo>
                  <a:lnTo>
                    <a:pt x="1843821" y="5037"/>
                  </a:lnTo>
                  <a:lnTo>
                    <a:pt x="1771761" y="2855"/>
                  </a:lnTo>
                  <a:lnTo>
                    <a:pt x="1698617" y="1279"/>
                  </a:lnTo>
                  <a:lnTo>
                    <a:pt x="1624469" y="322"/>
                  </a:lnTo>
                  <a:lnTo>
                    <a:pt x="1549400" y="0"/>
                  </a:lnTo>
                  <a:lnTo>
                    <a:pt x="1474330" y="322"/>
                  </a:lnTo>
                  <a:lnTo>
                    <a:pt x="1400182" y="1279"/>
                  </a:lnTo>
                  <a:lnTo>
                    <a:pt x="1327037" y="2855"/>
                  </a:lnTo>
                  <a:lnTo>
                    <a:pt x="1254977" y="5037"/>
                  </a:lnTo>
                  <a:lnTo>
                    <a:pt x="1184083" y="7810"/>
                  </a:lnTo>
                  <a:lnTo>
                    <a:pt x="1114435" y="11159"/>
                  </a:lnTo>
                  <a:lnTo>
                    <a:pt x="1046115" y="15070"/>
                  </a:lnTo>
                  <a:lnTo>
                    <a:pt x="979204" y="19527"/>
                  </a:lnTo>
                  <a:lnTo>
                    <a:pt x="913784" y="24516"/>
                  </a:lnTo>
                  <a:lnTo>
                    <a:pt x="849935" y="30023"/>
                  </a:lnTo>
                  <a:lnTo>
                    <a:pt x="787738" y="36033"/>
                  </a:lnTo>
                  <a:lnTo>
                    <a:pt x="727275" y="42531"/>
                  </a:lnTo>
                  <a:lnTo>
                    <a:pt x="668627" y="49503"/>
                  </a:lnTo>
                  <a:lnTo>
                    <a:pt x="611876" y="56934"/>
                  </a:lnTo>
                  <a:lnTo>
                    <a:pt x="557101" y="64809"/>
                  </a:lnTo>
                  <a:lnTo>
                    <a:pt x="504385" y="73114"/>
                  </a:lnTo>
                  <a:lnTo>
                    <a:pt x="453808" y="81834"/>
                  </a:lnTo>
                  <a:lnTo>
                    <a:pt x="405452" y="90954"/>
                  </a:lnTo>
                  <a:lnTo>
                    <a:pt x="359398" y="100460"/>
                  </a:lnTo>
                  <a:lnTo>
                    <a:pt x="315727" y="110338"/>
                  </a:lnTo>
                  <a:lnTo>
                    <a:pt x="274520" y="120572"/>
                  </a:lnTo>
                  <a:lnTo>
                    <a:pt x="235858" y="131147"/>
                  </a:lnTo>
                  <a:lnTo>
                    <a:pt x="166496" y="153266"/>
                  </a:lnTo>
                  <a:lnTo>
                    <a:pt x="108288" y="176577"/>
                  </a:lnTo>
                  <a:lnTo>
                    <a:pt x="61886" y="200963"/>
                  </a:lnTo>
                  <a:lnTo>
                    <a:pt x="27937" y="226307"/>
                  </a:lnTo>
                  <a:lnTo>
                    <a:pt x="1786" y="265862"/>
                  </a:lnTo>
                  <a:lnTo>
                    <a:pt x="0" y="279400"/>
                  </a:lnTo>
                  <a:lnTo>
                    <a:pt x="1786" y="292937"/>
                  </a:lnTo>
                  <a:lnTo>
                    <a:pt x="27937" y="332492"/>
                  </a:lnTo>
                  <a:lnTo>
                    <a:pt x="61886" y="357836"/>
                  </a:lnTo>
                  <a:lnTo>
                    <a:pt x="108288" y="382222"/>
                  </a:lnTo>
                  <a:lnTo>
                    <a:pt x="166496" y="405533"/>
                  </a:lnTo>
                  <a:lnTo>
                    <a:pt x="235858" y="427652"/>
                  </a:lnTo>
                  <a:lnTo>
                    <a:pt x="274520" y="438227"/>
                  </a:lnTo>
                  <a:lnTo>
                    <a:pt x="315727" y="448461"/>
                  </a:lnTo>
                  <a:lnTo>
                    <a:pt x="359398" y="458339"/>
                  </a:lnTo>
                  <a:lnTo>
                    <a:pt x="405452" y="467845"/>
                  </a:lnTo>
                  <a:lnTo>
                    <a:pt x="453808" y="476965"/>
                  </a:lnTo>
                  <a:lnTo>
                    <a:pt x="504385" y="485685"/>
                  </a:lnTo>
                  <a:lnTo>
                    <a:pt x="557101" y="493990"/>
                  </a:lnTo>
                  <a:lnTo>
                    <a:pt x="611876" y="501865"/>
                  </a:lnTo>
                  <a:lnTo>
                    <a:pt x="668627" y="509296"/>
                  </a:lnTo>
                  <a:lnTo>
                    <a:pt x="727275" y="516268"/>
                  </a:lnTo>
                  <a:lnTo>
                    <a:pt x="787738" y="522766"/>
                  </a:lnTo>
                  <a:lnTo>
                    <a:pt x="849935" y="528776"/>
                  </a:lnTo>
                  <a:lnTo>
                    <a:pt x="913784" y="534283"/>
                  </a:lnTo>
                  <a:lnTo>
                    <a:pt x="979204" y="539272"/>
                  </a:lnTo>
                  <a:lnTo>
                    <a:pt x="1046115" y="543729"/>
                  </a:lnTo>
                  <a:lnTo>
                    <a:pt x="1114435" y="547640"/>
                  </a:lnTo>
                  <a:lnTo>
                    <a:pt x="1184083" y="550989"/>
                  </a:lnTo>
                  <a:lnTo>
                    <a:pt x="1254977" y="553762"/>
                  </a:lnTo>
                  <a:lnTo>
                    <a:pt x="1327037" y="555944"/>
                  </a:lnTo>
                  <a:lnTo>
                    <a:pt x="1400182" y="557520"/>
                  </a:lnTo>
                  <a:lnTo>
                    <a:pt x="1474330" y="558477"/>
                  </a:lnTo>
                  <a:lnTo>
                    <a:pt x="1549400" y="558800"/>
                  </a:lnTo>
                  <a:lnTo>
                    <a:pt x="1624469" y="558477"/>
                  </a:lnTo>
                  <a:lnTo>
                    <a:pt x="1698617" y="557520"/>
                  </a:lnTo>
                  <a:lnTo>
                    <a:pt x="1771761" y="555944"/>
                  </a:lnTo>
                  <a:lnTo>
                    <a:pt x="1843821" y="553762"/>
                  </a:lnTo>
                  <a:lnTo>
                    <a:pt x="1914716" y="550989"/>
                  </a:lnTo>
                  <a:lnTo>
                    <a:pt x="1984364" y="547640"/>
                  </a:lnTo>
                  <a:lnTo>
                    <a:pt x="2052683" y="543729"/>
                  </a:lnTo>
                  <a:lnTo>
                    <a:pt x="2119594" y="539272"/>
                  </a:lnTo>
                  <a:lnTo>
                    <a:pt x="2185015" y="534283"/>
                  </a:lnTo>
                  <a:lnTo>
                    <a:pt x="2248864" y="528776"/>
                  </a:lnTo>
                  <a:lnTo>
                    <a:pt x="2311060" y="522766"/>
                  </a:lnTo>
                  <a:lnTo>
                    <a:pt x="2371523" y="516268"/>
                  </a:lnTo>
                  <a:lnTo>
                    <a:pt x="2430171" y="509296"/>
                  </a:lnTo>
                  <a:lnTo>
                    <a:pt x="2486923" y="501865"/>
                  </a:lnTo>
                  <a:lnTo>
                    <a:pt x="2541698" y="493990"/>
                  </a:lnTo>
                  <a:lnTo>
                    <a:pt x="2594414" y="485685"/>
                  </a:lnTo>
                  <a:lnTo>
                    <a:pt x="2644991" y="476965"/>
                  </a:lnTo>
                  <a:lnTo>
                    <a:pt x="2693347" y="467845"/>
                  </a:lnTo>
                  <a:lnTo>
                    <a:pt x="2739401" y="458339"/>
                  </a:lnTo>
                  <a:lnTo>
                    <a:pt x="2783072" y="448461"/>
                  </a:lnTo>
                  <a:lnTo>
                    <a:pt x="2824279" y="438227"/>
                  </a:lnTo>
                  <a:lnTo>
                    <a:pt x="2862941" y="427652"/>
                  </a:lnTo>
                  <a:lnTo>
                    <a:pt x="2932303" y="405533"/>
                  </a:lnTo>
                  <a:lnTo>
                    <a:pt x="2990510" y="382222"/>
                  </a:lnTo>
                  <a:lnTo>
                    <a:pt x="3036913" y="357836"/>
                  </a:lnTo>
                  <a:lnTo>
                    <a:pt x="3070861" y="332492"/>
                  </a:lnTo>
                  <a:lnTo>
                    <a:pt x="3097013" y="292937"/>
                  </a:lnTo>
                  <a:lnTo>
                    <a:pt x="3098799" y="279400"/>
                  </a:lnTo>
                </a:path>
              </a:pathLst>
            </a:custGeom>
            <a:ln w="27940">
              <a:solidFill>
                <a:srgbClr val="E695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90" name="object 90"/>
          <p:cNvSpPr txBox="1"/>
          <p:nvPr/>
        </p:nvSpPr>
        <p:spPr>
          <a:xfrm>
            <a:off x="4910297" y="2089149"/>
            <a:ext cx="871855" cy="3835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algn="ctr">
              <a:lnSpc>
                <a:spcPts val="800"/>
              </a:lnSpc>
              <a:spcBef>
                <a:spcPts val="100"/>
              </a:spcBef>
            </a:pPr>
            <a:r>
              <a:rPr sz="750" b="1" spc="-10" dirty="0">
                <a:solidFill>
                  <a:srgbClr val="794F00"/>
                </a:solidFill>
                <a:latin typeface="Arial"/>
                <a:cs typeface="Arial"/>
              </a:rPr>
              <a:t>02.02</a:t>
            </a:r>
            <a:endParaRPr sz="750">
              <a:latin typeface="Arial"/>
              <a:cs typeface="Arial"/>
            </a:endParaRPr>
          </a:p>
          <a:p>
            <a:pPr algn="ctr">
              <a:lnSpc>
                <a:spcPts val="919"/>
              </a:lnSpc>
            </a:pPr>
            <a:r>
              <a:rPr sz="850" dirty="0">
                <a:solidFill>
                  <a:srgbClr val="1A1A2D"/>
                </a:solidFill>
                <a:latin typeface="Arial MT"/>
                <a:cs typeface="Arial MT"/>
              </a:rPr>
              <a:t>Manage</a:t>
            </a:r>
            <a:r>
              <a:rPr sz="850" spc="-35" dirty="0">
                <a:solidFill>
                  <a:srgbClr val="1A1A2D"/>
                </a:solidFill>
                <a:latin typeface="Arial MT"/>
                <a:cs typeface="Arial MT"/>
              </a:rPr>
              <a:t> </a:t>
            </a:r>
            <a:r>
              <a:rPr sz="850" spc="-10" dirty="0">
                <a:solidFill>
                  <a:srgbClr val="1A1A2D"/>
                </a:solidFill>
                <a:latin typeface="Arial MT"/>
                <a:cs typeface="Arial MT"/>
              </a:rPr>
              <a:t>Approval</a:t>
            </a:r>
            <a:endParaRPr sz="850">
              <a:latin typeface="Arial MT"/>
              <a:cs typeface="Arial MT"/>
            </a:endParaRPr>
          </a:p>
          <a:p>
            <a:pPr algn="ctr">
              <a:lnSpc>
                <a:spcPct val="100000"/>
              </a:lnSpc>
              <a:spcBef>
                <a:spcPts val="80"/>
              </a:spcBef>
            </a:pPr>
            <a:r>
              <a:rPr sz="850" spc="-10" dirty="0">
                <a:solidFill>
                  <a:srgbClr val="1A1A2D"/>
                </a:solidFill>
                <a:latin typeface="Arial MT"/>
                <a:cs typeface="Arial MT"/>
              </a:rPr>
              <a:t>Workflow</a:t>
            </a:r>
            <a:endParaRPr sz="850">
              <a:latin typeface="Arial MT"/>
              <a:cs typeface="Arial MT"/>
            </a:endParaRPr>
          </a:p>
        </p:txBody>
      </p:sp>
      <p:grpSp>
        <p:nvGrpSpPr>
          <p:cNvPr id="91" name="object 91"/>
          <p:cNvGrpSpPr/>
          <p:nvPr/>
        </p:nvGrpSpPr>
        <p:grpSpPr>
          <a:xfrm>
            <a:off x="3782630" y="2754629"/>
            <a:ext cx="3126740" cy="586740"/>
            <a:chOff x="3782630" y="2754629"/>
            <a:chExt cx="3126740" cy="586740"/>
          </a:xfrm>
        </p:grpSpPr>
        <p:sp>
          <p:nvSpPr>
            <p:cNvPr id="92" name="object 92"/>
            <p:cNvSpPr/>
            <p:nvPr/>
          </p:nvSpPr>
          <p:spPr>
            <a:xfrm>
              <a:off x="3796600" y="2768599"/>
              <a:ext cx="3098800" cy="558800"/>
            </a:xfrm>
            <a:custGeom>
              <a:avLst/>
              <a:gdLst/>
              <a:ahLst/>
              <a:cxnLst/>
              <a:rect l="l" t="t" r="r" b="b"/>
              <a:pathLst>
                <a:path w="3098800" h="558800">
                  <a:moveTo>
                    <a:pt x="1549400" y="0"/>
                  </a:moveTo>
                  <a:lnTo>
                    <a:pt x="1474330" y="322"/>
                  </a:lnTo>
                  <a:lnTo>
                    <a:pt x="1400182" y="1279"/>
                  </a:lnTo>
                  <a:lnTo>
                    <a:pt x="1327037" y="2855"/>
                  </a:lnTo>
                  <a:lnTo>
                    <a:pt x="1254977" y="5037"/>
                  </a:lnTo>
                  <a:lnTo>
                    <a:pt x="1184083" y="7810"/>
                  </a:lnTo>
                  <a:lnTo>
                    <a:pt x="1114435" y="11159"/>
                  </a:lnTo>
                  <a:lnTo>
                    <a:pt x="1046115" y="15070"/>
                  </a:lnTo>
                  <a:lnTo>
                    <a:pt x="979204" y="19527"/>
                  </a:lnTo>
                  <a:lnTo>
                    <a:pt x="913784" y="24516"/>
                  </a:lnTo>
                  <a:lnTo>
                    <a:pt x="849935" y="30023"/>
                  </a:lnTo>
                  <a:lnTo>
                    <a:pt x="787738" y="36033"/>
                  </a:lnTo>
                  <a:lnTo>
                    <a:pt x="727275" y="42531"/>
                  </a:lnTo>
                  <a:lnTo>
                    <a:pt x="668627" y="49503"/>
                  </a:lnTo>
                  <a:lnTo>
                    <a:pt x="611876" y="56934"/>
                  </a:lnTo>
                  <a:lnTo>
                    <a:pt x="557101" y="64809"/>
                  </a:lnTo>
                  <a:lnTo>
                    <a:pt x="504385" y="73114"/>
                  </a:lnTo>
                  <a:lnTo>
                    <a:pt x="453808" y="81834"/>
                  </a:lnTo>
                  <a:lnTo>
                    <a:pt x="405452" y="90954"/>
                  </a:lnTo>
                  <a:lnTo>
                    <a:pt x="359398" y="100460"/>
                  </a:lnTo>
                  <a:lnTo>
                    <a:pt x="315727" y="110338"/>
                  </a:lnTo>
                  <a:lnTo>
                    <a:pt x="274520" y="120572"/>
                  </a:lnTo>
                  <a:lnTo>
                    <a:pt x="235858" y="131147"/>
                  </a:lnTo>
                  <a:lnTo>
                    <a:pt x="166496" y="153266"/>
                  </a:lnTo>
                  <a:lnTo>
                    <a:pt x="108288" y="176577"/>
                  </a:lnTo>
                  <a:lnTo>
                    <a:pt x="61886" y="200963"/>
                  </a:lnTo>
                  <a:lnTo>
                    <a:pt x="27937" y="226307"/>
                  </a:lnTo>
                  <a:lnTo>
                    <a:pt x="1786" y="265862"/>
                  </a:lnTo>
                  <a:lnTo>
                    <a:pt x="0" y="279400"/>
                  </a:lnTo>
                  <a:lnTo>
                    <a:pt x="1786" y="292937"/>
                  </a:lnTo>
                  <a:lnTo>
                    <a:pt x="27937" y="332492"/>
                  </a:lnTo>
                  <a:lnTo>
                    <a:pt x="61886" y="357836"/>
                  </a:lnTo>
                  <a:lnTo>
                    <a:pt x="108288" y="382222"/>
                  </a:lnTo>
                  <a:lnTo>
                    <a:pt x="166496" y="405533"/>
                  </a:lnTo>
                  <a:lnTo>
                    <a:pt x="235858" y="427652"/>
                  </a:lnTo>
                  <a:lnTo>
                    <a:pt x="274520" y="438227"/>
                  </a:lnTo>
                  <a:lnTo>
                    <a:pt x="315727" y="448461"/>
                  </a:lnTo>
                  <a:lnTo>
                    <a:pt x="359398" y="458339"/>
                  </a:lnTo>
                  <a:lnTo>
                    <a:pt x="405452" y="467845"/>
                  </a:lnTo>
                  <a:lnTo>
                    <a:pt x="453808" y="476965"/>
                  </a:lnTo>
                  <a:lnTo>
                    <a:pt x="504385" y="485685"/>
                  </a:lnTo>
                  <a:lnTo>
                    <a:pt x="557101" y="493990"/>
                  </a:lnTo>
                  <a:lnTo>
                    <a:pt x="611876" y="501865"/>
                  </a:lnTo>
                  <a:lnTo>
                    <a:pt x="668627" y="509296"/>
                  </a:lnTo>
                  <a:lnTo>
                    <a:pt x="727275" y="516268"/>
                  </a:lnTo>
                  <a:lnTo>
                    <a:pt x="787738" y="522766"/>
                  </a:lnTo>
                  <a:lnTo>
                    <a:pt x="849935" y="528776"/>
                  </a:lnTo>
                  <a:lnTo>
                    <a:pt x="913784" y="534283"/>
                  </a:lnTo>
                  <a:lnTo>
                    <a:pt x="979204" y="539272"/>
                  </a:lnTo>
                  <a:lnTo>
                    <a:pt x="1046115" y="543729"/>
                  </a:lnTo>
                  <a:lnTo>
                    <a:pt x="1114435" y="547640"/>
                  </a:lnTo>
                  <a:lnTo>
                    <a:pt x="1184083" y="550989"/>
                  </a:lnTo>
                  <a:lnTo>
                    <a:pt x="1254977" y="553762"/>
                  </a:lnTo>
                  <a:lnTo>
                    <a:pt x="1327037" y="555944"/>
                  </a:lnTo>
                  <a:lnTo>
                    <a:pt x="1400182" y="557520"/>
                  </a:lnTo>
                  <a:lnTo>
                    <a:pt x="1474330" y="558477"/>
                  </a:lnTo>
                  <a:lnTo>
                    <a:pt x="1549400" y="558800"/>
                  </a:lnTo>
                  <a:lnTo>
                    <a:pt x="1624469" y="558477"/>
                  </a:lnTo>
                  <a:lnTo>
                    <a:pt x="1698617" y="557520"/>
                  </a:lnTo>
                  <a:lnTo>
                    <a:pt x="1771761" y="555944"/>
                  </a:lnTo>
                  <a:lnTo>
                    <a:pt x="1843821" y="553762"/>
                  </a:lnTo>
                  <a:lnTo>
                    <a:pt x="1914716" y="550989"/>
                  </a:lnTo>
                  <a:lnTo>
                    <a:pt x="1984364" y="547640"/>
                  </a:lnTo>
                  <a:lnTo>
                    <a:pt x="2052683" y="543729"/>
                  </a:lnTo>
                  <a:lnTo>
                    <a:pt x="2119594" y="539272"/>
                  </a:lnTo>
                  <a:lnTo>
                    <a:pt x="2185015" y="534283"/>
                  </a:lnTo>
                  <a:lnTo>
                    <a:pt x="2248864" y="528776"/>
                  </a:lnTo>
                  <a:lnTo>
                    <a:pt x="2311060" y="522766"/>
                  </a:lnTo>
                  <a:lnTo>
                    <a:pt x="2371523" y="516268"/>
                  </a:lnTo>
                  <a:lnTo>
                    <a:pt x="2430171" y="509296"/>
                  </a:lnTo>
                  <a:lnTo>
                    <a:pt x="2486923" y="501865"/>
                  </a:lnTo>
                  <a:lnTo>
                    <a:pt x="2541698" y="493990"/>
                  </a:lnTo>
                  <a:lnTo>
                    <a:pt x="2594414" y="485685"/>
                  </a:lnTo>
                  <a:lnTo>
                    <a:pt x="2644991" y="476965"/>
                  </a:lnTo>
                  <a:lnTo>
                    <a:pt x="2693347" y="467845"/>
                  </a:lnTo>
                  <a:lnTo>
                    <a:pt x="2739401" y="458339"/>
                  </a:lnTo>
                  <a:lnTo>
                    <a:pt x="2783072" y="448461"/>
                  </a:lnTo>
                  <a:lnTo>
                    <a:pt x="2824279" y="438227"/>
                  </a:lnTo>
                  <a:lnTo>
                    <a:pt x="2862941" y="427652"/>
                  </a:lnTo>
                  <a:lnTo>
                    <a:pt x="2932303" y="405533"/>
                  </a:lnTo>
                  <a:lnTo>
                    <a:pt x="2990510" y="382222"/>
                  </a:lnTo>
                  <a:lnTo>
                    <a:pt x="3036913" y="357836"/>
                  </a:lnTo>
                  <a:lnTo>
                    <a:pt x="3070861" y="332492"/>
                  </a:lnTo>
                  <a:lnTo>
                    <a:pt x="3097013" y="292937"/>
                  </a:lnTo>
                  <a:lnTo>
                    <a:pt x="3098799" y="279400"/>
                  </a:lnTo>
                  <a:lnTo>
                    <a:pt x="3097013" y="265862"/>
                  </a:lnTo>
                  <a:lnTo>
                    <a:pt x="3070861" y="226307"/>
                  </a:lnTo>
                  <a:lnTo>
                    <a:pt x="3036913" y="200963"/>
                  </a:lnTo>
                  <a:lnTo>
                    <a:pt x="2990510" y="176577"/>
                  </a:lnTo>
                  <a:lnTo>
                    <a:pt x="2932303" y="153266"/>
                  </a:lnTo>
                  <a:lnTo>
                    <a:pt x="2862941" y="131147"/>
                  </a:lnTo>
                  <a:lnTo>
                    <a:pt x="2824279" y="120572"/>
                  </a:lnTo>
                  <a:lnTo>
                    <a:pt x="2783072" y="110338"/>
                  </a:lnTo>
                  <a:lnTo>
                    <a:pt x="2739401" y="100460"/>
                  </a:lnTo>
                  <a:lnTo>
                    <a:pt x="2693347" y="90954"/>
                  </a:lnTo>
                  <a:lnTo>
                    <a:pt x="2644991" y="81834"/>
                  </a:lnTo>
                  <a:lnTo>
                    <a:pt x="2594414" y="73114"/>
                  </a:lnTo>
                  <a:lnTo>
                    <a:pt x="2541698" y="64809"/>
                  </a:lnTo>
                  <a:lnTo>
                    <a:pt x="2486923" y="56934"/>
                  </a:lnTo>
                  <a:lnTo>
                    <a:pt x="2430171" y="49503"/>
                  </a:lnTo>
                  <a:lnTo>
                    <a:pt x="2371523" y="42531"/>
                  </a:lnTo>
                  <a:lnTo>
                    <a:pt x="2311060" y="36033"/>
                  </a:lnTo>
                  <a:lnTo>
                    <a:pt x="2248864" y="30023"/>
                  </a:lnTo>
                  <a:lnTo>
                    <a:pt x="2185015" y="24516"/>
                  </a:lnTo>
                  <a:lnTo>
                    <a:pt x="2119594" y="19527"/>
                  </a:lnTo>
                  <a:lnTo>
                    <a:pt x="2052683" y="15070"/>
                  </a:lnTo>
                  <a:lnTo>
                    <a:pt x="1984364" y="11159"/>
                  </a:lnTo>
                  <a:lnTo>
                    <a:pt x="1914716" y="7810"/>
                  </a:lnTo>
                  <a:lnTo>
                    <a:pt x="1843821" y="5037"/>
                  </a:lnTo>
                  <a:lnTo>
                    <a:pt x="1771761" y="2855"/>
                  </a:lnTo>
                  <a:lnTo>
                    <a:pt x="1698617" y="1279"/>
                  </a:lnTo>
                  <a:lnTo>
                    <a:pt x="1624469" y="322"/>
                  </a:lnTo>
                  <a:lnTo>
                    <a:pt x="1549400" y="0"/>
                  </a:lnTo>
                  <a:close/>
                </a:path>
              </a:pathLst>
            </a:custGeom>
            <a:solidFill>
              <a:srgbClr val="FFF2C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3" name="object 93"/>
            <p:cNvSpPr/>
            <p:nvPr/>
          </p:nvSpPr>
          <p:spPr>
            <a:xfrm>
              <a:off x="3796600" y="2768599"/>
              <a:ext cx="3098800" cy="558800"/>
            </a:xfrm>
            <a:custGeom>
              <a:avLst/>
              <a:gdLst/>
              <a:ahLst/>
              <a:cxnLst/>
              <a:rect l="l" t="t" r="r" b="b"/>
              <a:pathLst>
                <a:path w="3098800" h="558800">
                  <a:moveTo>
                    <a:pt x="3098799" y="279400"/>
                  </a:moveTo>
                  <a:lnTo>
                    <a:pt x="3082963" y="239301"/>
                  </a:lnTo>
                  <a:lnTo>
                    <a:pt x="3036913" y="200963"/>
                  </a:lnTo>
                  <a:lnTo>
                    <a:pt x="2990510" y="176577"/>
                  </a:lnTo>
                  <a:lnTo>
                    <a:pt x="2932303" y="153266"/>
                  </a:lnTo>
                  <a:lnTo>
                    <a:pt x="2862941" y="131147"/>
                  </a:lnTo>
                  <a:lnTo>
                    <a:pt x="2824279" y="120572"/>
                  </a:lnTo>
                  <a:lnTo>
                    <a:pt x="2783072" y="110338"/>
                  </a:lnTo>
                  <a:lnTo>
                    <a:pt x="2739401" y="100460"/>
                  </a:lnTo>
                  <a:lnTo>
                    <a:pt x="2693347" y="90954"/>
                  </a:lnTo>
                  <a:lnTo>
                    <a:pt x="2644991" y="81834"/>
                  </a:lnTo>
                  <a:lnTo>
                    <a:pt x="2594414" y="73114"/>
                  </a:lnTo>
                  <a:lnTo>
                    <a:pt x="2541698" y="64809"/>
                  </a:lnTo>
                  <a:lnTo>
                    <a:pt x="2486923" y="56934"/>
                  </a:lnTo>
                  <a:lnTo>
                    <a:pt x="2430171" y="49503"/>
                  </a:lnTo>
                  <a:lnTo>
                    <a:pt x="2371523" y="42531"/>
                  </a:lnTo>
                  <a:lnTo>
                    <a:pt x="2311060" y="36033"/>
                  </a:lnTo>
                  <a:lnTo>
                    <a:pt x="2248864" y="30023"/>
                  </a:lnTo>
                  <a:lnTo>
                    <a:pt x="2185015" y="24516"/>
                  </a:lnTo>
                  <a:lnTo>
                    <a:pt x="2119594" y="19527"/>
                  </a:lnTo>
                  <a:lnTo>
                    <a:pt x="2052683" y="15070"/>
                  </a:lnTo>
                  <a:lnTo>
                    <a:pt x="1984364" y="11159"/>
                  </a:lnTo>
                  <a:lnTo>
                    <a:pt x="1914716" y="7810"/>
                  </a:lnTo>
                  <a:lnTo>
                    <a:pt x="1843821" y="5037"/>
                  </a:lnTo>
                  <a:lnTo>
                    <a:pt x="1771761" y="2855"/>
                  </a:lnTo>
                  <a:lnTo>
                    <a:pt x="1698617" y="1279"/>
                  </a:lnTo>
                  <a:lnTo>
                    <a:pt x="1624469" y="322"/>
                  </a:lnTo>
                  <a:lnTo>
                    <a:pt x="1549400" y="0"/>
                  </a:lnTo>
                  <a:lnTo>
                    <a:pt x="1474330" y="322"/>
                  </a:lnTo>
                  <a:lnTo>
                    <a:pt x="1400182" y="1279"/>
                  </a:lnTo>
                  <a:lnTo>
                    <a:pt x="1327037" y="2855"/>
                  </a:lnTo>
                  <a:lnTo>
                    <a:pt x="1254977" y="5037"/>
                  </a:lnTo>
                  <a:lnTo>
                    <a:pt x="1184083" y="7810"/>
                  </a:lnTo>
                  <a:lnTo>
                    <a:pt x="1114435" y="11159"/>
                  </a:lnTo>
                  <a:lnTo>
                    <a:pt x="1046115" y="15070"/>
                  </a:lnTo>
                  <a:lnTo>
                    <a:pt x="979204" y="19527"/>
                  </a:lnTo>
                  <a:lnTo>
                    <a:pt x="913784" y="24516"/>
                  </a:lnTo>
                  <a:lnTo>
                    <a:pt x="849935" y="30023"/>
                  </a:lnTo>
                  <a:lnTo>
                    <a:pt x="787738" y="36033"/>
                  </a:lnTo>
                  <a:lnTo>
                    <a:pt x="727275" y="42531"/>
                  </a:lnTo>
                  <a:lnTo>
                    <a:pt x="668627" y="49503"/>
                  </a:lnTo>
                  <a:lnTo>
                    <a:pt x="611876" y="56934"/>
                  </a:lnTo>
                  <a:lnTo>
                    <a:pt x="557101" y="64809"/>
                  </a:lnTo>
                  <a:lnTo>
                    <a:pt x="504385" y="73114"/>
                  </a:lnTo>
                  <a:lnTo>
                    <a:pt x="453808" y="81834"/>
                  </a:lnTo>
                  <a:lnTo>
                    <a:pt x="405452" y="90954"/>
                  </a:lnTo>
                  <a:lnTo>
                    <a:pt x="359398" y="100460"/>
                  </a:lnTo>
                  <a:lnTo>
                    <a:pt x="315727" y="110338"/>
                  </a:lnTo>
                  <a:lnTo>
                    <a:pt x="274520" y="120572"/>
                  </a:lnTo>
                  <a:lnTo>
                    <a:pt x="235858" y="131147"/>
                  </a:lnTo>
                  <a:lnTo>
                    <a:pt x="166496" y="153266"/>
                  </a:lnTo>
                  <a:lnTo>
                    <a:pt x="108288" y="176577"/>
                  </a:lnTo>
                  <a:lnTo>
                    <a:pt x="61886" y="200963"/>
                  </a:lnTo>
                  <a:lnTo>
                    <a:pt x="27937" y="226307"/>
                  </a:lnTo>
                  <a:lnTo>
                    <a:pt x="1786" y="265862"/>
                  </a:lnTo>
                  <a:lnTo>
                    <a:pt x="0" y="279400"/>
                  </a:lnTo>
                  <a:lnTo>
                    <a:pt x="1786" y="292937"/>
                  </a:lnTo>
                  <a:lnTo>
                    <a:pt x="27937" y="332492"/>
                  </a:lnTo>
                  <a:lnTo>
                    <a:pt x="61886" y="357836"/>
                  </a:lnTo>
                  <a:lnTo>
                    <a:pt x="108288" y="382222"/>
                  </a:lnTo>
                  <a:lnTo>
                    <a:pt x="166496" y="405533"/>
                  </a:lnTo>
                  <a:lnTo>
                    <a:pt x="235858" y="427652"/>
                  </a:lnTo>
                  <a:lnTo>
                    <a:pt x="274520" y="438227"/>
                  </a:lnTo>
                  <a:lnTo>
                    <a:pt x="315727" y="448461"/>
                  </a:lnTo>
                  <a:lnTo>
                    <a:pt x="359398" y="458339"/>
                  </a:lnTo>
                  <a:lnTo>
                    <a:pt x="405452" y="467845"/>
                  </a:lnTo>
                  <a:lnTo>
                    <a:pt x="453808" y="476965"/>
                  </a:lnTo>
                  <a:lnTo>
                    <a:pt x="504385" y="485685"/>
                  </a:lnTo>
                  <a:lnTo>
                    <a:pt x="557101" y="493990"/>
                  </a:lnTo>
                  <a:lnTo>
                    <a:pt x="611876" y="501865"/>
                  </a:lnTo>
                  <a:lnTo>
                    <a:pt x="668627" y="509296"/>
                  </a:lnTo>
                  <a:lnTo>
                    <a:pt x="727275" y="516268"/>
                  </a:lnTo>
                  <a:lnTo>
                    <a:pt x="787738" y="522766"/>
                  </a:lnTo>
                  <a:lnTo>
                    <a:pt x="849935" y="528776"/>
                  </a:lnTo>
                  <a:lnTo>
                    <a:pt x="913784" y="534283"/>
                  </a:lnTo>
                  <a:lnTo>
                    <a:pt x="979204" y="539272"/>
                  </a:lnTo>
                  <a:lnTo>
                    <a:pt x="1046115" y="543729"/>
                  </a:lnTo>
                  <a:lnTo>
                    <a:pt x="1114435" y="547640"/>
                  </a:lnTo>
                  <a:lnTo>
                    <a:pt x="1184083" y="550989"/>
                  </a:lnTo>
                  <a:lnTo>
                    <a:pt x="1254977" y="553762"/>
                  </a:lnTo>
                  <a:lnTo>
                    <a:pt x="1327037" y="555944"/>
                  </a:lnTo>
                  <a:lnTo>
                    <a:pt x="1400182" y="557520"/>
                  </a:lnTo>
                  <a:lnTo>
                    <a:pt x="1474330" y="558477"/>
                  </a:lnTo>
                  <a:lnTo>
                    <a:pt x="1549400" y="558800"/>
                  </a:lnTo>
                  <a:lnTo>
                    <a:pt x="1624469" y="558477"/>
                  </a:lnTo>
                  <a:lnTo>
                    <a:pt x="1698617" y="557520"/>
                  </a:lnTo>
                  <a:lnTo>
                    <a:pt x="1771761" y="555944"/>
                  </a:lnTo>
                  <a:lnTo>
                    <a:pt x="1843821" y="553762"/>
                  </a:lnTo>
                  <a:lnTo>
                    <a:pt x="1914716" y="550989"/>
                  </a:lnTo>
                  <a:lnTo>
                    <a:pt x="1984364" y="547640"/>
                  </a:lnTo>
                  <a:lnTo>
                    <a:pt x="2052683" y="543729"/>
                  </a:lnTo>
                  <a:lnTo>
                    <a:pt x="2119594" y="539272"/>
                  </a:lnTo>
                  <a:lnTo>
                    <a:pt x="2185015" y="534283"/>
                  </a:lnTo>
                  <a:lnTo>
                    <a:pt x="2248864" y="528776"/>
                  </a:lnTo>
                  <a:lnTo>
                    <a:pt x="2311060" y="522766"/>
                  </a:lnTo>
                  <a:lnTo>
                    <a:pt x="2371523" y="516268"/>
                  </a:lnTo>
                  <a:lnTo>
                    <a:pt x="2430171" y="509296"/>
                  </a:lnTo>
                  <a:lnTo>
                    <a:pt x="2486923" y="501865"/>
                  </a:lnTo>
                  <a:lnTo>
                    <a:pt x="2541698" y="493990"/>
                  </a:lnTo>
                  <a:lnTo>
                    <a:pt x="2594414" y="485685"/>
                  </a:lnTo>
                  <a:lnTo>
                    <a:pt x="2644991" y="476965"/>
                  </a:lnTo>
                  <a:lnTo>
                    <a:pt x="2693347" y="467845"/>
                  </a:lnTo>
                  <a:lnTo>
                    <a:pt x="2739401" y="458339"/>
                  </a:lnTo>
                  <a:lnTo>
                    <a:pt x="2783072" y="448461"/>
                  </a:lnTo>
                  <a:lnTo>
                    <a:pt x="2824279" y="438227"/>
                  </a:lnTo>
                  <a:lnTo>
                    <a:pt x="2862941" y="427652"/>
                  </a:lnTo>
                  <a:lnTo>
                    <a:pt x="2932303" y="405533"/>
                  </a:lnTo>
                  <a:lnTo>
                    <a:pt x="2990510" y="382222"/>
                  </a:lnTo>
                  <a:lnTo>
                    <a:pt x="3036913" y="357836"/>
                  </a:lnTo>
                  <a:lnTo>
                    <a:pt x="3070861" y="332492"/>
                  </a:lnTo>
                  <a:lnTo>
                    <a:pt x="3097013" y="292937"/>
                  </a:lnTo>
                  <a:lnTo>
                    <a:pt x="3098799" y="279400"/>
                  </a:lnTo>
                </a:path>
              </a:pathLst>
            </a:custGeom>
            <a:ln w="27940">
              <a:solidFill>
                <a:srgbClr val="E695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94" name="object 94"/>
          <p:cNvSpPr txBox="1"/>
          <p:nvPr/>
        </p:nvSpPr>
        <p:spPr>
          <a:xfrm>
            <a:off x="4877372" y="2851149"/>
            <a:ext cx="937260" cy="3835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algn="ctr">
              <a:lnSpc>
                <a:spcPts val="800"/>
              </a:lnSpc>
              <a:spcBef>
                <a:spcPts val="100"/>
              </a:spcBef>
            </a:pPr>
            <a:r>
              <a:rPr sz="750" b="1" spc="-10" dirty="0">
                <a:solidFill>
                  <a:srgbClr val="794F00"/>
                </a:solidFill>
                <a:latin typeface="Arial"/>
                <a:cs typeface="Arial"/>
              </a:rPr>
              <a:t>02.03</a:t>
            </a:r>
            <a:endParaRPr sz="750">
              <a:latin typeface="Arial"/>
              <a:cs typeface="Arial"/>
            </a:endParaRPr>
          </a:p>
          <a:p>
            <a:pPr algn="ctr">
              <a:lnSpc>
                <a:spcPts val="919"/>
              </a:lnSpc>
            </a:pPr>
            <a:r>
              <a:rPr sz="850" dirty="0">
                <a:solidFill>
                  <a:srgbClr val="1A1A2D"/>
                </a:solidFill>
                <a:latin typeface="Arial MT"/>
                <a:cs typeface="Arial MT"/>
              </a:rPr>
              <a:t>Track</a:t>
            </a:r>
            <a:r>
              <a:rPr sz="850" spc="-25" dirty="0">
                <a:solidFill>
                  <a:srgbClr val="1A1A2D"/>
                </a:solidFill>
                <a:latin typeface="Arial MT"/>
                <a:cs typeface="Arial MT"/>
              </a:rPr>
              <a:t> </a:t>
            </a:r>
            <a:r>
              <a:rPr sz="850" dirty="0">
                <a:solidFill>
                  <a:srgbClr val="1A1A2D"/>
                </a:solidFill>
                <a:latin typeface="Arial MT"/>
                <a:cs typeface="Arial MT"/>
              </a:rPr>
              <a:t>Order</a:t>
            </a:r>
            <a:r>
              <a:rPr sz="850" spc="-25" dirty="0">
                <a:solidFill>
                  <a:srgbClr val="1A1A2D"/>
                </a:solidFill>
                <a:latin typeface="Arial MT"/>
                <a:cs typeface="Arial MT"/>
              </a:rPr>
              <a:t> </a:t>
            </a:r>
            <a:r>
              <a:rPr sz="850" spc="-10" dirty="0">
                <a:solidFill>
                  <a:srgbClr val="1A1A2D"/>
                </a:solidFill>
                <a:latin typeface="Arial MT"/>
                <a:cs typeface="Arial MT"/>
              </a:rPr>
              <a:t>Status</a:t>
            </a:r>
            <a:endParaRPr sz="850">
              <a:latin typeface="Arial MT"/>
              <a:cs typeface="Arial MT"/>
            </a:endParaRPr>
          </a:p>
          <a:p>
            <a:pPr algn="ctr">
              <a:lnSpc>
                <a:spcPct val="100000"/>
              </a:lnSpc>
              <a:spcBef>
                <a:spcPts val="80"/>
              </a:spcBef>
            </a:pPr>
            <a:r>
              <a:rPr sz="850" dirty="0">
                <a:solidFill>
                  <a:srgbClr val="1A1A2D"/>
                </a:solidFill>
                <a:latin typeface="Arial MT"/>
                <a:cs typeface="Arial MT"/>
              </a:rPr>
              <a:t>&amp; </a:t>
            </a:r>
            <a:r>
              <a:rPr sz="850" spc="-10" dirty="0">
                <a:solidFill>
                  <a:srgbClr val="1A1A2D"/>
                </a:solidFill>
                <a:latin typeface="Arial MT"/>
                <a:cs typeface="Arial MT"/>
              </a:rPr>
              <a:t>History</a:t>
            </a:r>
            <a:endParaRPr sz="850">
              <a:latin typeface="Arial MT"/>
              <a:cs typeface="Arial MT"/>
            </a:endParaRPr>
          </a:p>
        </p:txBody>
      </p:sp>
      <p:grpSp>
        <p:nvGrpSpPr>
          <p:cNvPr id="95" name="object 95"/>
          <p:cNvGrpSpPr/>
          <p:nvPr/>
        </p:nvGrpSpPr>
        <p:grpSpPr>
          <a:xfrm>
            <a:off x="3782630" y="3516629"/>
            <a:ext cx="3126740" cy="586740"/>
            <a:chOff x="3782630" y="3516629"/>
            <a:chExt cx="3126740" cy="586740"/>
          </a:xfrm>
        </p:grpSpPr>
        <p:sp>
          <p:nvSpPr>
            <p:cNvPr id="96" name="object 96"/>
            <p:cNvSpPr/>
            <p:nvPr/>
          </p:nvSpPr>
          <p:spPr>
            <a:xfrm>
              <a:off x="3796600" y="3530599"/>
              <a:ext cx="3098800" cy="558800"/>
            </a:xfrm>
            <a:custGeom>
              <a:avLst/>
              <a:gdLst/>
              <a:ahLst/>
              <a:cxnLst/>
              <a:rect l="l" t="t" r="r" b="b"/>
              <a:pathLst>
                <a:path w="3098800" h="558800">
                  <a:moveTo>
                    <a:pt x="1549400" y="0"/>
                  </a:moveTo>
                  <a:lnTo>
                    <a:pt x="1474330" y="322"/>
                  </a:lnTo>
                  <a:lnTo>
                    <a:pt x="1400182" y="1279"/>
                  </a:lnTo>
                  <a:lnTo>
                    <a:pt x="1327037" y="2855"/>
                  </a:lnTo>
                  <a:lnTo>
                    <a:pt x="1254977" y="5037"/>
                  </a:lnTo>
                  <a:lnTo>
                    <a:pt x="1184083" y="7810"/>
                  </a:lnTo>
                  <a:lnTo>
                    <a:pt x="1114435" y="11159"/>
                  </a:lnTo>
                  <a:lnTo>
                    <a:pt x="1046115" y="15070"/>
                  </a:lnTo>
                  <a:lnTo>
                    <a:pt x="979204" y="19527"/>
                  </a:lnTo>
                  <a:lnTo>
                    <a:pt x="913784" y="24516"/>
                  </a:lnTo>
                  <a:lnTo>
                    <a:pt x="849935" y="30023"/>
                  </a:lnTo>
                  <a:lnTo>
                    <a:pt x="787738" y="36033"/>
                  </a:lnTo>
                  <a:lnTo>
                    <a:pt x="727275" y="42531"/>
                  </a:lnTo>
                  <a:lnTo>
                    <a:pt x="668627" y="49503"/>
                  </a:lnTo>
                  <a:lnTo>
                    <a:pt x="611876" y="56934"/>
                  </a:lnTo>
                  <a:lnTo>
                    <a:pt x="557101" y="64809"/>
                  </a:lnTo>
                  <a:lnTo>
                    <a:pt x="504385" y="73114"/>
                  </a:lnTo>
                  <a:lnTo>
                    <a:pt x="453808" y="81834"/>
                  </a:lnTo>
                  <a:lnTo>
                    <a:pt x="405452" y="90954"/>
                  </a:lnTo>
                  <a:lnTo>
                    <a:pt x="359398" y="100460"/>
                  </a:lnTo>
                  <a:lnTo>
                    <a:pt x="315727" y="110338"/>
                  </a:lnTo>
                  <a:lnTo>
                    <a:pt x="274520" y="120572"/>
                  </a:lnTo>
                  <a:lnTo>
                    <a:pt x="235858" y="131147"/>
                  </a:lnTo>
                  <a:lnTo>
                    <a:pt x="166496" y="153266"/>
                  </a:lnTo>
                  <a:lnTo>
                    <a:pt x="108288" y="176577"/>
                  </a:lnTo>
                  <a:lnTo>
                    <a:pt x="61886" y="200963"/>
                  </a:lnTo>
                  <a:lnTo>
                    <a:pt x="27937" y="226307"/>
                  </a:lnTo>
                  <a:lnTo>
                    <a:pt x="1786" y="265862"/>
                  </a:lnTo>
                  <a:lnTo>
                    <a:pt x="0" y="279400"/>
                  </a:lnTo>
                  <a:lnTo>
                    <a:pt x="1786" y="292937"/>
                  </a:lnTo>
                  <a:lnTo>
                    <a:pt x="27937" y="332492"/>
                  </a:lnTo>
                  <a:lnTo>
                    <a:pt x="61886" y="357836"/>
                  </a:lnTo>
                  <a:lnTo>
                    <a:pt x="108288" y="382222"/>
                  </a:lnTo>
                  <a:lnTo>
                    <a:pt x="166496" y="405533"/>
                  </a:lnTo>
                  <a:lnTo>
                    <a:pt x="235858" y="427652"/>
                  </a:lnTo>
                  <a:lnTo>
                    <a:pt x="274520" y="438227"/>
                  </a:lnTo>
                  <a:lnTo>
                    <a:pt x="315727" y="448461"/>
                  </a:lnTo>
                  <a:lnTo>
                    <a:pt x="359398" y="458339"/>
                  </a:lnTo>
                  <a:lnTo>
                    <a:pt x="405452" y="467845"/>
                  </a:lnTo>
                  <a:lnTo>
                    <a:pt x="453808" y="476965"/>
                  </a:lnTo>
                  <a:lnTo>
                    <a:pt x="504385" y="485685"/>
                  </a:lnTo>
                  <a:lnTo>
                    <a:pt x="557101" y="493990"/>
                  </a:lnTo>
                  <a:lnTo>
                    <a:pt x="611876" y="501865"/>
                  </a:lnTo>
                  <a:lnTo>
                    <a:pt x="668627" y="509296"/>
                  </a:lnTo>
                  <a:lnTo>
                    <a:pt x="727275" y="516268"/>
                  </a:lnTo>
                  <a:lnTo>
                    <a:pt x="787738" y="522766"/>
                  </a:lnTo>
                  <a:lnTo>
                    <a:pt x="849935" y="528776"/>
                  </a:lnTo>
                  <a:lnTo>
                    <a:pt x="913784" y="534283"/>
                  </a:lnTo>
                  <a:lnTo>
                    <a:pt x="979204" y="539272"/>
                  </a:lnTo>
                  <a:lnTo>
                    <a:pt x="1046115" y="543729"/>
                  </a:lnTo>
                  <a:lnTo>
                    <a:pt x="1114435" y="547640"/>
                  </a:lnTo>
                  <a:lnTo>
                    <a:pt x="1184083" y="550989"/>
                  </a:lnTo>
                  <a:lnTo>
                    <a:pt x="1254977" y="553762"/>
                  </a:lnTo>
                  <a:lnTo>
                    <a:pt x="1327037" y="555944"/>
                  </a:lnTo>
                  <a:lnTo>
                    <a:pt x="1400182" y="557520"/>
                  </a:lnTo>
                  <a:lnTo>
                    <a:pt x="1474330" y="558477"/>
                  </a:lnTo>
                  <a:lnTo>
                    <a:pt x="1549400" y="558800"/>
                  </a:lnTo>
                  <a:lnTo>
                    <a:pt x="1624469" y="558477"/>
                  </a:lnTo>
                  <a:lnTo>
                    <a:pt x="1698617" y="557520"/>
                  </a:lnTo>
                  <a:lnTo>
                    <a:pt x="1771761" y="555944"/>
                  </a:lnTo>
                  <a:lnTo>
                    <a:pt x="1843821" y="553762"/>
                  </a:lnTo>
                  <a:lnTo>
                    <a:pt x="1914716" y="550989"/>
                  </a:lnTo>
                  <a:lnTo>
                    <a:pt x="1984364" y="547640"/>
                  </a:lnTo>
                  <a:lnTo>
                    <a:pt x="2052683" y="543729"/>
                  </a:lnTo>
                  <a:lnTo>
                    <a:pt x="2119594" y="539272"/>
                  </a:lnTo>
                  <a:lnTo>
                    <a:pt x="2185015" y="534283"/>
                  </a:lnTo>
                  <a:lnTo>
                    <a:pt x="2248864" y="528776"/>
                  </a:lnTo>
                  <a:lnTo>
                    <a:pt x="2311060" y="522766"/>
                  </a:lnTo>
                  <a:lnTo>
                    <a:pt x="2371523" y="516268"/>
                  </a:lnTo>
                  <a:lnTo>
                    <a:pt x="2430171" y="509296"/>
                  </a:lnTo>
                  <a:lnTo>
                    <a:pt x="2486923" y="501865"/>
                  </a:lnTo>
                  <a:lnTo>
                    <a:pt x="2541698" y="493990"/>
                  </a:lnTo>
                  <a:lnTo>
                    <a:pt x="2594414" y="485685"/>
                  </a:lnTo>
                  <a:lnTo>
                    <a:pt x="2644991" y="476965"/>
                  </a:lnTo>
                  <a:lnTo>
                    <a:pt x="2693347" y="467845"/>
                  </a:lnTo>
                  <a:lnTo>
                    <a:pt x="2739401" y="458339"/>
                  </a:lnTo>
                  <a:lnTo>
                    <a:pt x="2783072" y="448461"/>
                  </a:lnTo>
                  <a:lnTo>
                    <a:pt x="2824279" y="438227"/>
                  </a:lnTo>
                  <a:lnTo>
                    <a:pt x="2862941" y="427652"/>
                  </a:lnTo>
                  <a:lnTo>
                    <a:pt x="2932303" y="405533"/>
                  </a:lnTo>
                  <a:lnTo>
                    <a:pt x="2990510" y="382222"/>
                  </a:lnTo>
                  <a:lnTo>
                    <a:pt x="3036913" y="357836"/>
                  </a:lnTo>
                  <a:lnTo>
                    <a:pt x="3070861" y="332492"/>
                  </a:lnTo>
                  <a:lnTo>
                    <a:pt x="3097013" y="292937"/>
                  </a:lnTo>
                  <a:lnTo>
                    <a:pt x="3098799" y="279400"/>
                  </a:lnTo>
                  <a:lnTo>
                    <a:pt x="3097013" y="265862"/>
                  </a:lnTo>
                  <a:lnTo>
                    <a:pt x="3070861" y="226307"/>
                  </a:lnTo>
                  <a:lnTo>
                    <a:pt x="3036913" y="200963"/>
                  </a:lnTo>
                  <a:lnTo>
                    <a:pt x="2990510" y="176577"/>
                  </a:lnTo>
                  <a:lnTo>
                    <a:pt x="2932303" y="153266"/>
                  </a:lnTo>
                  <a:lnTo>
                    <a:pt x="2862941" y="131147"/>
                  </a:lnTo>
                  <a:lnTo>
                    <a:pt x="2824279" y="120572"/>
                  </a:lnTo>
                  <a:lnTo>
                    <a:pt x="2783072" y="110338"/>
                  </a:lnTo>
                  <a:lnTo>
                    <a:pt x="2739401" y="100460"/>
                  </a:lnTo>
                  <a:lnTo>
                    <a:pt x="2693347" y="90954"/>
                  </a:lnTo>
                  <a:lnTo>
                    <a:pt x="2644991" y="81834"/>
                  </a:lnTo>
                  <a:lnTo>
                    <a:pt x="2594414" y="73114"/>
                  </a:lnTo>
                  <a:lnTo>
                    <a:pt x="2541698" y="64809"/>
                  </a:lnTo>
                  <a:lnTo>
                    <a:pt x="2486923" y="56934"/>
                  </a:lnTo>
                  <a:lnTo>
                    <a:pt x="2430171" y="49503"/>
                  </a:lnTo>
                  <a:lnTo>
                    <a:pt x="2371523" y="42531"/>
                  </a:lnTo>
                  <a:lnTo>
                    <a:pt x="2311060" y="36033"/>
                  </a:lnTo>
                  <a:lnTo>
                    <a:pt x="2248864" y="30023"/>
                  </a:lnTo>
                  <a:lnTo>
                    <a:pt x="2185015" y="24516"/>
                  </a:lnTo>
                  <a:lnTo>
                    <a:pt x="2119594" y="19527"/>
                  </a:lnTo>
                  <a:lnTo>
                    <a:pt x="2052683" y="15070"/>
                  </a:lnTo>
                  <a:lnTo>
                    <a:pt x="1984364" y="11159"/>
                  </a:lnTo>
                  <a:lnTo>
                    <a:pt x="1914716" y="7810"/>
                  </a:lnTo>
                  <a:lnTo>
                    <a:pt x="1843821" y="5037"/>
                  </a:lnTo>
                  <a:lnTo>
                    <a:pt x="1771761" y="2855"/>
                  </a:lnTo>
                  <a:lnTo>
                    <a:pt x="1698617" y="1279"/>
                  </a:lnTo>
                  <a:lnTo>
                    <a:pt x="1624469" y="322"/>
                  </a:lnTo>
                  <a:lnTo>
                    <a:pt x="1549400" y="0"/>
                  </a:lnTo>
                  <a:close/>
                </a:path>
              </a:pathLst>
            </a:custGeom>
            <a:solidFill>
              <a:srgbClr val="FFF2C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7" name="object 97"/>
            <p:cNvSpPr/>
            <p:nvPr/>
          </p:nvSpPr>
          <p:spPr>
            <a:xfrm>
              <a:off x="3796600" y="3530599"/>
              <a:ext cx="3098800" cy="558800"/>
            </a:xfrm>
            <a:custGeom>
              <a:avLst/>
              <a:gdLst/>
              <a:ahLst/>
              <a:cxnLst/>
              <a:rect l="l" t="t" r="r" b="b"/>
              <a:pathLst>
                <a:path w="3098800" h="558800">
                  <a:moveTo>
                    <a:pt x="3098799" y="279400"/>
                  </a:moveTo>
                  <a:lnTo>
                    <a:pt x="3082963" y="239301"/>
                  </a:lnTo>
                  <a:lnTo>
                    <a:pt x="3036913" y="200963"/>
                  </a:lnTo>
                  <a:lnTo>
                    <a:pt x="2990510" y="176577"/>
                  </a:lnTo>
                  <a:lnTo>
                    <a:pt x="2932303" y="153266"/>
                  </a:lnTo>
                  <a:lnTo>
                    <a:pt x="2862941" y="131147"/>
                  </a:lnTo>
                  <a:lnTo>
                    <a:pt x="2824279" y="120572"/>
                  </a:lnTo>
                  <a:lnTo>
                    <a:pt x="2783072" y="110338"/>
                  </a:lnTo>
                  <a:lnTo>
                    <a:pt x="2739401" y="100460"/>
                  </a:lnTo>
                  <a:lnTo>
                    <a:pt x="2693347" y="90954"/>
                  </a:lnTo>
                  <a:lnTo>
                    <a:pt x="2644991" y="81834"/>
                  </a:lnTo>
                  <a:lnTo>
                    <a:pt x="2594414" y="73114"/>
                  </a:lnTo>
                  <a:lnTo>
                    <a:pt x="2541698" y="64809"/>
                  </a:lnTo>
                  <a:lnTo>
                    <a:pt x="2486923" y="56934"/>
                  </a:lnTo>
                  <a:lnTo>
                    <a:pt x="2430171" y="49503"/>
                  </a:lnTo>
                  <a:lnTo>
                    <a:pt x="2371523" y="42531"/>
                  </a:lnTo>
                  <a:lnTo>
                    <a:pt x="2311060" y="36033"/>
                  </a:lnTo>
                  <a:lnTo>
                    <a:pt x="2248864" y="30023"/>
                  </a:lnTo>
                  <a:lnTo>
                    <a:pt x="2185015" y="24516"/>
                  </a:lnTo>
                  <a:lnTo>
                    <a:pt x="2119594" y="19527"/>
                  </a:lnTo>
                  <a:lnTo>
                    <a:pt x="2052683" y="15070"/>
                  </a:lnTo>
                  <a:lnTo>
                    <a:pt x="1984364" y="11159"/>
                  </a:lnTo>
                  <a:lnTo>
                    <a:pt x="1914716" y="7810"/>
                  </a:lnTo>
                  <a:lnTo>
                    <a:pt x="1843821" y="5037"/>
                  </a:lnTo>
                  <a:lnTo>
                    <a:pt x="1771761" y="2855"/>
                  </a:lnTo>
                  <a:lnTo>
                    <a:pt x="1698617" y="1279"/>
                  </a:lnTo>
                  <a:lnTo>
                    <a:pt x="1624469" y="322"/>
                  </a:lnTo>
                  <a:lnTo>
                    <a:pt x="1549400" y="0"/>
                  </a:lnTo>
                  <a:lnTo>
                    <a:pt x="1474330" y="322"/>
                  </a:lnTo>
                  <a:lnTo>
                    <a:pt x="1400182" y="1279"/>
                  </a:lnTo>
                  <a:lnTo>
                    <a:pt x="1327037" y="2855"/>
                  </a:lnTo>
                  <a:lnTo>
                    <a:pt x="1254977" y="5037"/>
                  </a:lnTo>
                  <a:lnTo>
                    <a:pt x="1184083" y="7810"/>
                  </a:lnTo>
                  <a:lnTo>
                    <a:pt x="1114435" y="11159"/>
                  </a:lnTo>
                  <a:lnTo>
                    <a:pt x="1046115" y="15070"/>
                  </a:lnTo>
                  <a:lnTo>
                    <a:pt x="979204" y="19527"/>
                  </a:lnTo>
                  <a:lnTo>
                    <a:pt x="913784" y="24516"/>
                  </a:lnTo>
                  <a:lnTo>
                    <a:pt x="849935" y="30023"/>
                  </a:lnTo>
                  <a:lnTo>
                    <a:pt x="787738" y="36033"/>
                  </a:lnTo>
                  <a:lnTo>
                    <a:pt x="727275" y="42531"/>
                  </a:lnTo>
                  <a:lnTo>
                    <a:pt x="668627" y="49503"/>
                  </a:lnTo>
                  <a:lnTo>
                    <a:pt x="611876" y="56934"/>
                  </a:lnTo>
                  <a:lnTo>
                    <a:pt x="557101" y="64809"/>
                  </a:lnTo>
                  <a:lnTo>
                    <a:pt x="504385" y="73114"/>
                  </a:lnTo>
                  <a:lnTo>
                    <a:pt x="453808" y="81834"/>
                  </a:lnTo>
                  <a:lnTo>
                    <a:pt x="405452" y="90954"/>
                  </a:lnTo>
                  <a:lnTo>
                    <a:pt x="359398" y="100460"/>
                  </a:lnTo>
                  <a:lnTo>
                    <a:pt x="315727" y="110338"/>
                  </a:lnTo>
                  <a:lnTo>
                    <a:pt x="274520" y="120572"/>
                  </a:lnTo>
                  <a:lnTo>
                    <a:pt x="235858" y="131147"/>
                  </a:lnTo>
                  <a:lnTo>
                    <a:pt x="166496" y="153266"/>
                  </a:lnTo>
                  <a:lnTo>
                    <a:pt x="108288" y="176577"/>
                  </a:lnTo>
                  <a:lnTo>
                    <a:pt x="61886" y="200963"/>
                  </a:lnTo>
                  <a:lnTo>
                    <a:pt x="27937" y="226307"/>
                  </a:lnTo>
                  <a:lnTo>
                    <a:pt x="1786" y="265862"/>
                  </a:lnTo>
                  <a:lnTo>
                    <a:pt x="0" y="279400"/>
                  </a:lnTo>
                  <a:lnTo>
                    <a:pt x="1786" y="292937"/>
                  </a:lnTo>
                  <a:lnTo>
                    <a:pt x="27937" y="332492"/>
                  </a:lnTo>
                  <a:lnTo>
                    <a:pt x="61886" y="357836"/>
                  </a:lnTo>
                  <a:lnTo>
                    <a:pt x="108288" y="382222"/>
                  </a:lnTo>
                  <a:lnTo>
                    <a:pt x="166496" y="405533"/>
                  </a:lnTo>
                  <a:lnTo>
                    <a:pt x="235858" y="427652"/>
                  </a:lnTo>
                  <a:lnTo>
                    <a:pt x="274520" y="438227"/>
                  </a:lnTo>
                  <a:lnTo>
                    <a:pt x="315727" y="448461"/>
                  </a:lnTo>
                  <a:lnTo>
                    <a:pt x="359398" y="458339"/>
                  </a:lnTo>
                  <a:lnTo>
                    <a:pt x="405452" y="467845"/>
                  </a:lnTo>
                  <a:lnTo>
                    <a:pt x="453808" y="476965"/>
                  </a:lnTo>
                  <a:lnTo>
                    <a:pt x="504385" y="485685"/>
                  </a:lnTo>
                  <a:lnTo>
                    <a:pt x="557101" y="493990"/>
                  </a:lnTo>
                  <a:lnTo>
                    <a:pt x="611876" y="501865"/>
                  </a:lnTo>
                  <a:lnTo>
                    <a:pt x="668627" y="509296"/>
                  </a:lnTo>
                  <a:lnTo>
                    <a:pt x="727275" y="516268"/>
                  </a:lnTo>
                  <a:lnTo>
                    <a:pt x="787738" y="522766"/>
                  </a:lnTo>
                  <a:lnTo>
                    <a:pt x="849935" y="528776"/>
                  </a:lnTo>
                  <a:lnTo>
                    <a:pt x="913784" y="534283"/>
                  </a:lnTo>
                  <a:lnTo>
                    <a:pt x="979204" y="539272"/>
                  </a:lnTo>
                  <a:lnTo>
                    <a:pt x="1046115" y="543729"/>
                  </a:lnTo>
                  <a:lnTo>
                    <a:pt x="1114435" y="547640"/>
                  </a:lnTo>
                  <a:lnTo>
                    <a:pt x="1184083" y="550989"/>
                  </a:lnTo>
                  <a:lnTo>
                    <a:pt x="1254977" y="553762"/>
                  </a:lnTo>
                  <a:lnTo>
                    <a:pt x="1327037" y="555944"/>
                  </a:lnTo>
                  <a:lnTo>
                    <a:pt x="1400182" y="557520"/>
                  </a:lnTo>
                  <a:lnTo>
                    <a:pt x="1474330" y="558477"/>
                  </a:lnTo>
                  <a:lnTo>
                    <a:pt x="1549400" y="558800"/>
                  </a:lnTo>
                  <a:lnTo>
                    <a:pt x="1624469" y="558477"/>
                  </a:lnTo>
                  <a:lnTo>
                    <a:pt x="1698617" y="557520"/>
                  </a:lnTo>
                  <a:lnTo>
                    <a:pt x="1771761" y="555944"/>
                  </a:lnTo>
                  <a:lnTo>
                    <a:pt x="1843821" y="553762"/>
                  </a:lnTo>
                  <a:lnTo>
                    <a:pt x="1914716" y="550989"/>
                  </a:lnTo>
                  <a:lnTo>
                    <a:pt x="1984364" y="547640"/>
                  </a:lnTo>
                  <a:lnTo>
                    <a:pt x="2052683" y="543729"/>
                  </a:lnTo>
                  <a:lnTo>
                    <a:pt x="2119594" y="539272"/>
                  </a:lnTo>
                  <a:lnTo>
                    <a:pt x="2185015" y="534283"/>
                  </a:lnTo>
                  <a:lnTo>
                    <a:pt x="2248864" y="528776"/>
                  </a:lnTo>
                  <a:lnTo>
                    <a:pt x="2311060" y="522766"/>
                  </a:lnTo>
                  <a:lnTo>
                    <a:pt x="2371523" y="516268"/>
                  </a:lnTo>
                  <a:lnTo>
                    <a:pt x="2430171" y="509296"/>
                  </a:lnTo>
                  <a:lnTo>
                    <a:pt x="2486923" y="501865"/>
                  </a:lnTo>
                  <a:lnTo>
                    <a:pt x="2541698" y="493990"/>
                  </a:lnTo>
                  <a:lnTo>
                    <a:pt x="2594414" y="485685"/>
                  </a:lnTo>
                  <a:lnTo>
                    <a:pt x="2644991" y="476965"/>
                  </a:lnTo>
                  <a:lnTo>
                    <a:pt x="2693347" y="467845"/>
                  </a:lnTo>
                  <a:lnTo>
                    <a:pt x="2739401" y="458339"/>
                  </a:lnTo>
                  <a:lnTo>
                    <a:pt x="2783072" y="448461"/>
                  </a:lnTo>
                  <a:lnTo>
                    <a:pt x="2824279" y="438227"/>
                  </a:lnTo>
                  <a:lnTo>
                    <a:pt x="2862941" y="427652"/>
                  </a:lnTo>
                  <a:lnTo>
                    <a:pt x="2932303" y="405533"/>
                  </a:lnTo>
                  <a:lnTo>
                    <a:pt x="2990510" y="382222"/>
                  </a:lnTo>
                  <a:lnTo>
                    <a:pt x="3036913" y="357836"/>
                  </a:lnTo>
                  <a:lnTo>
                    <a:pt x="3070861" y="332492"/>
                  </a:lnTo>
                  <a:lnTo>
                    <a:pt x="3097013" y="292937"/>
                  </a:lnTo>
                  <a:lnTo>
                    <a:pt x="3098799" y="279400"/>
                  </a:lnTo>
                </a:path>
              </a:pathLst>
            </a:custGeom>
            <a:ln w="27940">
              <a:solidFill>
                <a:srgbClr val="E695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98" name="object 98"/>
          <p:cNvSpPr txBox="1"/>
          <p:nvPr/>
        </p:nvSpPr>
        <p:spPr>
          <a:xfrm>
            <a:off x="5036383" y="3613149"/>
            <a:ext cx="619760" cy="3835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algn="ctr">
              <a:lnSpc>
                <a:spcPts val="800"/>
              </a:lnSpc>
              <a:spcBef>
                <a:spcPts val="100"/>
              </a:spcBef>
            </a:pPr>
            <a:r>
              <a:rPr sz="750" b="1" spc="-10" dirty="0">
                <a:solidFill>
                  <a:srgbClr val="794F00"/>
                </a:solidFill>
                <a:latin typeface="Arial"/>
                <a:cs typeface="Arial"/>
              </a:rPr>
              <a:t>02.04</a:t>
            </a:r>
            <a:endParaRPr sz="750">
              <a:latin typeface="Arial"/>
              <a:cs typeface="Arial"/>
            </a:endParaRPr>
          </a:p>
          <a:p>
            <a:pPr algn="ctr">
              <a:lnSpc>
                <a:spcPts val="919"/>
              </a:lnSpc>
            </a:pPr>
            <a:r>
              <a:rPr sz="850" dirty="0">
                <a:solidFill>
                  <a:srgbClr val="1A1A2D"/>
                </a:solidFill>
                <a:latin typeface="Arial MT"/>
                <a:cs typeface="Arial MT"/>
              </a:rPr>
              <a:t>Order</a:t>
            </a:r>
            <a:r>
              <a:rPr sz="850" spc="-30" dirty="0">
                <a:solidFill>
                  <a:srgbClr val="1A1A2D"/>
                </a:solidFill>
                <a:latin typeface="Arial MT"/>
                <a:cs typeface="Arial MT"/>
              </a:rPr>
              <a:t> </a:t>
            </a:r>
            <a:r>
              <a:rPr sz="850" spc="-10" dirty="0">
                <a:solidFill>
                  <a:srgbClr val="1A1A2D"/>
                </a:solidFill>
                <a:latin typeface="Arial MT"/>
                <a:cs typeface="Arial MT"/>
              </a:rPr>
              <a:t>Drafts</a:t>
            </a:r>
            <a:endParaRPr sz="850">
              <a:latin typeface="Arial MT"/>
              <a:cs typeface="Arial MT"/>
            </a:endParaRPr>
          </a:p>
          <a:p>
            <a:pPr algn="ctr">
              <a:lnSpc>
                <a:spcPct val="100000"/>
              </a:lnSpc>
              <a:spcBef>
                <a:spcPts val="80"/>
              </a:spcBef>
            </a:pPr>
            <a:r>
              <a:rPr sz="850" dirty="0">
                <a:solidFill>
                  <a:srgbClr val="1A1A2D"/>
                </a:solidFill>
                <a:latin typeface="Arial MT"/>
                <a:cs typeface="Arial MT"/>
              </a:rPr>
              <a:t>&amp; </a:t>
            </a:r>
            <a:r>
              <a:rPr sz="850" spc="-10" dirty="0">
                <a:solidFill>
                  <a:srgbClr val="1A1A2D"/>
                </a:solidFill>
                <a:latin typeface="Arial MT"/>
                <a:cs typeface="Arial MT"/>
              </a:rPr>
              <a:t>Editing</a:t>
            </a:r>
            <a:endParaRPr sz="850">
              <a:latin typeface="Arial MT"/>
              <a:cs typeface="Arial MT"/>
            </a:endParaRPr>
          </a:p>
        </p:txBody>
      </p:sp>
      <p:grpSp>
        <p:nvGrpSpPr>
          <p:cNvPr id="99" name="object 99"/>
          <p:cNvGrpSpPr/>
          <p:nvPr/>
        </p:nvGrpSpPr>
        <p:grpSpPr>
          <a:xfrm>
            <a:off x="3786440" y="4282439"/>
            <a:ext cx="3119120" cy="579120"/>
            <a:chOff x="3786440" y="4282439"/>
            <a:chExt cx="3119120" cy="579120"/>
          </a:xfrm>
        </p:grpSpPr>
        <p:sp>
          <p:nvSpPr>
            <p:cNvPr id="100" name="object 100"/>
            <p:cNvSpPr/>
            <p:nvPr/>
          </p:nvSpPr>
          <p:spPr>
            <a:xfrm>
              <a:off x="3796600" y="4292599"/>
              <a:ext cx="3098800" cy="558800"/>
            </a:xfrm>
            <a:custGeom>
              <a:avLst/>
              <a:gdLst/>
              <a:ahLst/>
              <a:cxnLst/>
              <a:rect l="l" t="t" r="r" b="b"/>
              <a:pathLst>
                <a:path w="3098800" h="558800">
                  <a:moveTo>
                    <a:pt x="1549400" y="0"/>
                  </a:moveTo>
                  <a:lnTo>
                    <a:pt x="1474330" y="322"/>
                  </a:lnTo>
                  <a:lnTo>
                    <a:pt x="1400182" y="1279"/>
                  </a:lnTo>
                  <a:lnTo>
                    <a:pt x="1327037" y="2855"/>
                  </a:lnTo>
                  <a:lnTo>
                    <a:pt x="1254977" y="5037"/>
                  </a:lnTo>
                  <a:lnTo>
                    <a:pt x="1184083" y="7810"/>
                  </a:lnTo>
                  <a:lnTo>
                    <a:pt x="1114435" y="11159"/>
                  </a:lnTo>
                  <a:lnTo>
                    <a:pt x="1046115" y="15070"/>
                  </a:lnTo>
                  <a:lnTo>
                    <a:pt x="979204" y="19527"/>
                  </a:lnTo>
                  <a:lnTo>
                    <a:pt x="913784" y="24516"/>
                  </a:lnTo>
                  <a:lnTo>
                    <a:pt x="849935" y="30023"/>
                  </a:lnTo>
                  <a:lnTo>
                    <a:pt x="787738" y="36033"/>
                  </a:lnTo>
                  <a:lnTo>
                    <a:pt x="727275" y="42531"/>
                  </a:lnTo>
                  <a:lnTo>
                    <a:pt x="668627" y="49503"/>
                  </a:lnTo>
                  <a:lnTo>
                    <a:pt x="611876" y="56934"/>
                  </a:lnTo>
                  <a:lnTo>
                    <a:pt x="557101" y="64809"/>
                  </a:lnTo>
                  <a:lnTo>
                    <a:pt x="504385" y="73114"/>
                  </a:lnTo>
                  <a:lnTo>
                    <a:pt x="453808" y="81834"/>
                  </a:lnTo>
                  <a:lnTo>
                    <a:pt x="405452" y="90954"/>
                  </a:lnTo>
                  <a:lnTo>
                    <a:pt x="359398" y="100460"/>
                  </a:lnTo>
                  <a:lnTo>
                    <a:pt x="315727" y="110338"/>
                  </a:lnTo>
                  <a:lnTo>
                    <a:pt x="274520" y="120572"/>
                  </a:lnTo>
                  <a:lnTo>
                    <a:pt x="235858" y="131147"/>
                  </a:lnTo>
                  <a:lnTo>
                    <a:pt x="166496" y="153266"/>
                  </a:lnTo>
                  <a:lnTo>
                    <a:pt x="108288" y="176577"/>
                  </a:lnTo>
                  <a:lnTo>
                    <a:pt x="61886" y="200963"/>
                  </a:lnTo>
                  <a:lnTo>
                    <a:pt x="27937" y="226307"/>
                  </a:lnTo>
                  <a:lnTo>
                    <a:pt x="1786" y="265862"/>
                  </a:lnTo>
                  <a:lnTo>
                    <a:pt x="0" y="279400"/>
                  </a:lnTo>
                  <a:lnTo>
                    <a:pt x="1786" y="292937"/>
                  </a:lnTo>
                  <a:lnTo>
                    <a:pt x="27937" y="332492"/>
                  </a:lnTo>
                  <a:lnTo>
                    <a:pt x="61886" y="357836"/>
                  </a:lnTo>
                  <a:lnTo>
                    <a:pt x="108288" y="382222"/>
                  </a:lnTo>
                  <a:lnTo>
                    <a:pt x="166496" y="405533"/>
                  </a:lnTo>
                  <a:lnTo>
                    <a:pt x="235858" y="427652"/>
                  </a:lnTo>
                  <a:lnTo>
                    <a:pt x="274520" y="438227"/>
                  </a:lnTo>
                  <a:lnTo>
                    <a:pt x="315727" y="448461"/>
                  </a:lnTo>
                  <a:lnTo>
                    <a:pt x="359398" y="458339"/>
                  </a:lnTo>
                  <a:lnTo>
                    <a:pt x="405452" y="467845"/>
                  </a:lnTo>
                  <a:lnTo>
                    <a:pt x="453808" y="476965"/>
                  </a:lnTo>
                  <a:lnTo>
                    <a:pt x="504385" y="485685"/>
                  </a:lnTo>
                  <a:lnTo>
                    <a:pt x="557101" y="493990"/>
                  </a:lnTo>
                  <a:lnTo>
                    <a:pt x="611876" y="501865"/>
                  </a:lnTo>
                  <a:lnTo>
                    <a:pt x="668627" y="509296"/>
                  </a:lnTo>
                  <a:lnTo>
                    <a:pt x="727275" y="516268"/>
                  </a:lnTo>
                  <a:lnTo>
                    <a:pt x="787738" y="522766"/>
                  </a:lnTo>
                  <a:lnTo>
                    <a:pt x="849935" y="528776"/>
                  </a:lnTo>
                  <a:lnTo>
                    <a:pt x="913784" y="534283"/>
                  </a:lnTo>
                  <a:lnTo>
                    <a:pt x="979204" y="539272"/>
                  </a:lnTo>
                  <a:lnTo>
                    <a:pt x="1046115" y="543729"/>
                  </a:lnTo>
                  <a:lnTo>
                    <a:pt x="1114435" y="547640"/>
                  </a:lnTo>
                  <a:lnTo>
                    <a:pt x="1184083" y="550989"/>
                  </a:lnTo>
                  <a:lnTo>
                    <a:pt x="1254977" y="553762"/>
                  </a:lnTo>
                  <a:lnTo>
                    <a:pt x="1327037" y="555944"/>
                  </a:lnTo>
                  <a:lnTo>
                    <a:pt x="1400182" y="557520"/>
                  </a:lnTo>
                  <a:lnTo>
                    <a:pt x="1474330" y="558477"/>
                  </a:lnTo>
                  <a:lnTo>
                    <a:pt x="1549400" y="558800"/>
                  </a:lnTo>
                  <a:lnTo>
                    <a:pt x="1624469" y="558477"/>
                  </a:lnTo>
                  <a:lnTo>
                    <a:pt x="1698617" y="557520"/>
                  </a:lnTo>
                  <a:lnTo>
                    <a:pt x="1771761" y="555944"/>
                  </a:lnTo>
                  <a:lnTo>
                    <a:pt x="1843821" y="553762"/>
                  </a:lnTo>
                  <a:lnTo>
                    <a:pt x="1914716" y="550989"/>
                  </a:lnTo>
                  <a:lnTo>
                    <a:pt x="1984364" y="547640"/>
                  </a:lnTo>
                  <a:lnTo>
                    <a:pt x="2052683" y="543729"/>
                  </a:lnTo>
                  <a:lnTo>
                    <a:pt x="2119594" y="539272"/>
                  </a:lnTo>
                  <a:lnTo>
                    <a:pt x="2185015" y="534283"/>
                  </a:lnTo>
                  <a:lnTo>
                    <a:pt x="2248864" y="528776"/>
                  </a:lnTo>
                  <a:lnTo>
                    <a:pt x="2311060" y="522766"/>
                  </a:lnTo>
                  <a:lnTo>
                    <a:pt x="2371523" y="516268"/>
                  </a:lnTo>
                  <a:lnTo>
                    <a:pt x="2430171" y="509296"/>
                  </a:lnTo>
                  <a:lnTo>
                    <a:pt x="2486923" y="501865"/>
                  </a:lnTo>
                  <a:lnTo>
                    <a:pt x="2541698" y="493990"/>
                  </a:lnTo>
                  <a:lnTo>
                    <a:pt x="2594414" y="485685"/>
                  </a:lnTo>
                  <a:lnTo>
                    <a:pt x="2644991" y="476965"/>
                  </a:lnTo>
                  <a:lnTo>
                    <a:pt x="2693347" y="467845"/>
                  </a:lnTo>
                  <a:lnTo>
                    <a:pt x="2739401" y="458339"/>
                  </a:lnTo>
                  <a:lnTo>
                    <a:pt x="2783072" y="448461"/>
                  </a:lnTo>
                  <a:lnTo>
                    <a:pt x="2824279" y="438227"/>
                  </a:lnTo>
                  <a:lnTo>
                    <a:pt x="2862941" y="427652"/>
                  </a:lnTo>
                  <a:lnTo>
                    <a:pt x="2932303" y="405533"/>
                  </a:lnTo>
                  <a:lnTo>
                    <a:pt x="2990510" y="382222"/>
                  </a:lnTo>
                  <a:lnTo>
                    <a:pt x="3036913" y="357836"/>
                  </a:lnTo>
                  <a:lnTo>
                    <a:pt x="3070861" y="332492"/>
                  </a:lnTo>
                  <a:lnTo>
                    <a:pt x="3097013" y="292937"/>
                  </a:lnTo>
                  <a:lnTo>
                    <a:pt x="3098799" y="279400"/>
                  </a:lnTo>
                  <a:lnTo>
                    <a:pt x="3097013" y="265862"/>
                  </a:lnTo>
                  <a:lnTo>
                    <a:pt x="3070861" y="226307"/>
                  </a:lnTo>
                  <a:lnTo>
                    <a:pt x="3036913" y="200963"/>
                  </a:lnTo>
                  <a:lnTo>
                    <a:pt x="2990510" y="176577"/>
                  </a:lnTo>
                  <a:lnTo>
                    <a:pt x="2932303" y="153266"/>
                  </a:lnTo>
                  <a:lnTo>
                    <a:pt x="2862941" y="131147"/>
                  </a:lnTo>
                  <a:lnTo>
                    <a:pt x="2824279" y="120572"/>
                  </a:lnTo>
                  <a:lnTo>
                    <a:pt x="2783072" y="110338"/>
                  </a:lnTo>
                  <a:lnTo>
                    <a:pt x="2739401" y="100460"/>
                  </a:lnTo>
                  <a:lnTo>
                    <a:pt x="2693347" y="90954"/>
                  </a:lnTo>
                  <a:lnTo>
                    <a:pt x="2644991" y="81834"/>
                  </a:lnTo>
                  <a:lnTo>
                    <a:pt x="2594414" y="73114"/>
                  </a:lnTo>
                  <a:lnTo>
                    <a:pt x="2541698" y="64809"/>
                  </a:lnTo>
                  <a:lnTo>
                    <a:pt x="2486923" y="56934"/>
                  </a:lnTo>
                  <a:lnTo>
                    <a:pt x="2430171" y="49503"/>
                  </a:lnTo>
                  <a:lnTo>
                    <a:pt x="2371523" y="42531"/>
                  </a:lnTo>
                  <a:lnTo>
                    <a:pt x="2311060" y="36033"/>
                  </a:lnTo>
                  <a:lnTo>
                    <a:pt x="2248864" y="30023"/>
                  </a:lnTo>
                  <a:lnTo>
                    <a:pt x="2185015" y="24516"/>
                  </a:lnTo>
                  <a:lnTo>
                    <a:pt x="2119594" y="19527"/>
                  </a:lnTo>
                  <a:lnTo>
                    <a:pt x="2052683" y="15070"/>
                  </a:lnTo>
                  <a:lnTo>
                    <a:pt x="1984364" y="11159"/>
                  </a:lnTo>
                  <a:lnTo>
                    <a:pt x="1914716" y="7810"/>
                  </a:lnTo>
                  <a:lnTo>
                    <a:pt x="1843821" y="5037"/>
                  </a:lnTo>
                  <a:lnTo>
                    <a:pt x="1771761" y="2855"/>
                  </a:lnTo>
                  <a:lnTo>
                    <a:pt x="1698617" y="1279"/>
                  </a:lnTo>
                  <a:lnTo>
                    <a:pt x="1624469" y="322"/>
                  </a:lnTo>
                  <a:lnTo>
                    <a:pt x="154940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1" name="object 101"/>
            <p:cNvSpPr/>
            <p:nvPr/>
          </p:nvSpPr>
          <p:spPr>
            <a:xfrm>
              <a:off x="3796600" y="4292599"/>
              <a:ext cx="3098800" cy="558800"/>
            </a:xfrm>
            <a:custGeom>
              <a:avLst/>
              <a:gdLst/>
              <a:ahLst/>
              <a:cxnLst/>
              <a:rect l="l" t="t" r="r" b="b"/>
              <a:pathLst>
                <a:path w="3098800" h="558800">
                  <a:moveTo>
                    <a:pt x="3098799" y="279400"/>
                  </a:moveTo>
                  <a:lnTo>
                    <a:pt x="3082963" y="239301"/>
                  </a:lnTo>
                  <a:lnTo>
                    <a:pt x="3036913" y="200963"/>
                  </a:lnTo>
                  <a:lnTo>
                    <a:pt x="2990510" y="176577"/>
                  </a:lnTo>
                  <a:lnTo>
                    <a:pt x="2932303" y="153266"/>
                  </a:lnTo>
                  <a:lnTo>
                    <a:pt x="2862941" y="131147"/>
                  </a:lnTo>
                  <a:lnTo>
                    <a:pt x="2824279" y="120572"/>
                  </a:lnTo>
                  <a:lnTo>
                    <a:pt x="2783072" y="110338"/>
                  </a:lnTo>
                  <a:lnTo>
                    <a:pt x="2739401" y="100460"/>
                  </a:lnTo>
                  <a:lnTo>
                    <a:pt x="2693347" y="90954"/>
                  </a:lnTo>
                  <a:lnTo>
                    <a:pt x="2644991" y="81834"/>
                  </a:lnTo>
                  <a:lnTo>
                    <a:pt x="2594414" y="73114"/>
                  </a:lnTo>
                  <a:lnTo>
                    <a:pt x="2541698" y="64809"/>
                  </a:lnTo>
                  <a:lnTo>
                    <a:pt x="2486923" y="56934"/>
                  </a:lnTo>
                  <a:lnTo>
                    <a:pt x="2430171" y="49503"/>
                  </a:lnTo>
                  <a:lnTo>
                    <a:pt x="2371523" y="42531"/>
                  </a:lnTo>
                  <a:lnTo>
                    <a:pt x="2311060" y="36033"/>
                  </a:lnTo>
                  <a:lnTo>
                    <a:pt x="2248864" y="30023"/>
                  </a:lnTo>
                  <a:lnTo>
                    <a:pt x="2185015" y="24516"/>
                  </a:lnTo>
                  <a:lnTo>
                    <a:pt x="2119594" y="19527"/>
                  </a:lnTo>
                  <a:lnTo>
                    <a:pt x="2052683" y="15070"/>
                  </a:lnTo>
                  <a:lnTo>
                    <a:pt x="1984364" y="11159"/>
                  </a:lnTo>
                  <a:lnTo>
                    <a:pt x="1914716" y="7810"/>
                  </a:lnTo>
                  <a:lnTo>
                    <a:pt x="1843821" y="5037"/>
                  </a:lnTo>
                  <a:lnTo>
                    <a:pt x="1771761" y="2855"/>
                  </a:lnTo>
                  <a:lnTo>
                    <a:pt x="1698617" y="1279"/>
                  </a:lnTo>
                  <a:lnTo>
                    <a:pt x="1624469" y="322"/>
                  </a:lnTo>
                  <a:lnTo>
                    <a:pt x="1549400" y="0"/>
                  </a:lnTo>
                  <a:lnTo>
                    <a:pt x="1474330" y="322"/>
                  </a:lnTo>
                  <a:lnTo>
                    <a:pt x="1400182" y="1279"/>
                  </a:lnTo>
                  <a:lnTo>
                    <a:pt x="1327037" y="2855"/>
                  </a:lnTo>
                  <a:lnTo>
                    <a:pt x="1254977" y="5037"/>
                  </a:lnTo>
                  <a:lnTo>
                    <a:pt x="1184083" y="7810"/>
                  </a:lnTo>
                  <a:lnTo>
                    <a:pt x="1114435" y="11159"/>
                  </a:lnTo>
                  <a:lnTo>
                    <a:pt x="1046115" y="15070"/>
                  </a:lnTo>
                  <a:lnTo>
                    <a:pt x="979204" y="19527"/>
                  </a:lnTo>
                  <a:lnTo>
                    <a:pt x="913784" y="24516"/>
                  </a:lnTo>
                  <a:lnTo>
                    <a:pt x="849935" y="30023"/>
                  </a:lnTo>
                  <a:lnTo>
                    <a:pt x="787738" y="36033"/>
                  </a:lnTo>
                  <a:lnTo>
                    <a:pt x="727275" y="42531"/>
                  </a:lnTo>
                  <a:lnTo>
                    <a:pt x="668627" y="49503"/>
                  </a:lnTo>
                  <a:lnTo>
                    <a:pt x="611876" y="56934"/>
                  </a:lnTo>
                  <a:lnTo>
                    <a:pt x="557101" y="64809"/>
                  </a:lnTo>
                  <a:lnTo>
                    <a:pt x="504385" y="73114"/>
                  </a:lnTo>
                  <a:lnTo>
                    <a:pt x="453808" y="81834"/>
                  </a:lnTo>
                  <a:lnTo>
                    <a:pt x="405452" y="90954"/>
                  </a:lnTo>
                  <a:lnTo>
                    <a:pt x="359398" y="100460"/>
                  </a:lnTo>
                  <a:lnTo>
                    <a:pt x="315727" y="110338"/>
                  </a:lnTo>
                  <a:lnTo>
                    <a:pt x="274520" y="120572"/>
                  </a:lnTo>
                  <a:lnTo>
                    <a:pt x="235858" y="131147"/>
                  </a:lnTo>
                  <a:lnTo>
                    <a:pt x="166496" y="153266"/>
                  </a:lnTo>
                  <a:lnTo>
                    <a:pt x="108288" y="176577"/>
                  </a:lnTo>
                  <a:lnTo>
                    <a:pt x="61886" y="200963"/>
                  </a:lnTo>
                  <a:lnTo>
                    <a:pt x="27937" y="226307"/>
                  </a:lnTo>
                  <a:lnTo>
                    <a:pt x="1786" y="265862"/>
                  </a:lnTo>
                  <a:lnTo>
                    <a:pt x="0" y="279400"/>
                  </a:lnTo>
                  <a:lnTo>
                    <a:pt x="1786" y="292937"/>
                  </a:lnTo>
                  <a:lnTo>
                    <a:pt x="27937" y="332492"/>
                  </a:lnTo>
                  <a:lnTo>
                    <a:pt x="61886" y="357836"/>
                  </a:lnTo>
                  <a:lnTo>
                    <a:pt x="108288" y="382222"/>
                  </a:lnTo>
                  <a:lnTo>
                    <a:pt x="166496" y="405533"/>
                  </a:lnTo>
                  <a:lnTo>
                    <a:pt x="235858" y="427652"/>
                  </a:lnTo>
                  <a:lnTo>
                    <a:pt x="274520" y="438227"/>
                  </a:lnTo>
                  <a:lnTo>
                    <a:pt x="315727" y="448461"/>
                  </a:lnTo>
                  <a:lnTo>
                    <a:pt x="359398" y="458339"/>
                  </a:lnTo>
                  <a:lnTo>
                    <a:pt x="405452" y="467845"/>
                  </a:lnTo>
                  <a:lnTo>
                    <a:pt x="453808" y="476965"/>
                  </a:lnTo>
                  <a:lnTo>
                    <a:pt x="504385" y="485685"/>
                  </a:lnTo>
                  <a:lnTo>
                    <a:pt x="557101" y="493990"/>
                  </a:lnTo>
                  <a:lnTo>
                    <a:pt x="611876" y="501865"/>
                  </a:lnTo>
                  <a:lnTo>
                    <a:pt x="668627" y="509296"/>
                  </a:lnTo>
                  <a:lnTo>
                    <a:pt x="727275" y="516268"/>
                  </a:lnTo>
                  <a:lnTo>
                    <a:pt x="787738" y="522766"/>
                  </a:lnTo>
                  <a:lnTo>
                    <a:pt x="849935" y="528776"/>
                  </a:lnTo>
                  <a:lnTo>
                    <a:pt x="913784" y="534283"/>
                  </a:lnTo>
                  <a:lnTo>
                    <a:pt x="979204" y="539272"/>
                  </a:lnTo>
                  <a:lnTo>
                    <a:pt x="1046115" y="543729"/>
                  </a:lnTo>
                  <a:lnTo>
                    <a:pt x="1114435" y="547640"/>
                  </a:lnTo>
                  <a:lnTo>
                    <a:pt x="1184083" y="550989"/>
                  </a:lnTo>
                  <a:lnTo>
                    <a:pt x="1254977" y="553762"/>
                  </a:lnTo>
                  <a:lnTo>
                    <a:pt x="1327037" y="555944"/>
                  </a:lnTo>
                  <a:lnTo>
                    <a:pt x="1400182" y="557520"/>
                  </a:lnTo>
                  <a:lnTo>
                    <a:pt x="1474330" y="558477"/>
                  </a:lnTo>
                  <a:lnTo>
                    <a:pt x="1549400" y="558800"/>
                  </a:lnTo>
                  <a:lnTo>
                    <a:pt x="1624469" y="558477"/>
                  </a:lnTo>
                  <a:lnTo>
                    <a:pt x="1698617" y="557520"/>
                  </a:lnTo>
                  <a:lnTo>
                    <a:pt x="1771761" y="555944"/>
                  </a:lnTo>
                  <a:lnTo>
                    <a:pt x="1843821" y="553762"/>
                  </a:lnTo>
                  <a:lnTo>
                    <a:pt x="1914716" y="550989"/>
                  </a:lnTo>
                  <a:lnTo>
                    <a:pt x="1984364" y="547640"/>
                  </a:lnTo>
                  <a:lnTo>
                    <a:pt x="2052683" y="543729"/>
                  </a:lnTo>
                  <a:lnTo>
                    <a:pt x="2119594" y="539272"/>
                  </a:lnTo>
                  <a:lnTo>
                    <a:pt x="2185015" y="534283"/>
                  </a:lnTo>
                  <a:lnTo>
                    <a:pt x="2248864" y="528776"/>
                  </a:lnTo>
                  <a:lnTo>
                    <a:pt x="2311060" y="522766"/>
                  </a:lnTo>
                  <a:lnTo>
                    <a:pt x="2371523" y="516268"/>
                  </a:lnTo>
                  <a:lnTo>
                    <a:pt x="2430171" y="509296"/>
                  </a:lnTo>
                  <a:lnTo>
                    <a:pt x="2486923" y="501865"/>
                  </a:lnTo>
                  <a:lnTo>
                    <a:pt x="2541698" y="493990"/>
                  </a:lnTo>
                  <a:lnTo>
                    <a:pt x="2594414" y="485685"/>
                  </a:lnTo>
                  <a:lnTo>
                    <a:pt x="2644991" y="476965"/>
                  </a:lnTo>
                  <a:lnTo>
                    <a:pt x="2693347" y="467845"/>
                  </a:lnTo>
                  <a:lnTo>
                    <a:pt x="2739401" y="458339"/>
                  </a:lnTo>
                  <a:lnTo>
                    <a:pt x="2783072" y="448461"/>
                  </a:lnTo>
                  <a:lnTo>
                    <a:pt x="2824279" y="438227"/>
                  </a:lnTo>
                  <a:lnTo>
                    <a:pt x="2862941" y="427652"/>
                  </a:lnTo>
                  <a:lnTo>
                    <a:pt x="2932303" y="405533"/>
                  </a:lnTo>
                  <a:lnTo>
                    <a:pt x="2990510" y="382222"/>
                  </a:lnTo>
                  <a:lnTo>
                    <a:pt x="3036913" y="357836"/>
                  </a:lnTo>
                  <a:lnTo>
                    <a:pt x="3070861" y="332492"/>
                  </a:lnTo>
                  <a:lnTo>
                    <a:pt x="3097013" y="292937"/>
                  </a:lnTo>
                  <a:lnTo>
                    <a:pt x="3098799" y="279400"/>
                  </a:lnTo>
                </a:path>
              </a:pathLst>
            </a:custGeom>
            <a:ln w="20320">
              <a:solidFill>
                <a:srgbClr val="0A7285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02" name="object 102"/>
          <p:cNvSpPr txBox="1"/>
          <p:nvPr/>
        </p:nvSpPr>
        <p:spPr>
          <a:xfrm>
            <a:off x="4910352" y="4375149"/>
            <a:ext cx="871855" cy="3835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algn="ctr">
              <a:lnSpc>
                <a:spcPts val="800"/>
              </a:lnSpc>
              <a:spcBef>
                <a:spcPts val="100"/>
              </a:spcBef>
            </a:pPr>
            <a:r>
              <a:rPr sz="750" b="1" spc="-10" dirty="0">
                <a:solidFill>
                  <a:srgbClr val="0A7285"/>
                </a:solidFill>
                <a:latin typeface="Arial"/>
                <a:cs typeface="Arial"/>
              </a:rPr>
              <a:t>02.05</a:t>
            </a:r>
            <a:endParaRPr sz="750">
              <a:latin typeface="Arial"/>
              <a:cs typeface="Arial"/>
            </a:endParaRPr>
          </a:p>
          <a:p>
            <a:pPr algn="ctr">
              <a:lnSpc>
                <a:spcPts val="919"/>
              </a:lnSpc>
            </a:pPr>
            <a:r>
              <a:rPr sz="850" dirty="0">
                <a:solidFill>
                  <a:srgbClr val="1A1A2D"/>
                </a:solidFill>
                <a:latin typeface="Arial MT"/>
                <a:cs typeface="Arial MT"/>
              </a:rPr>
              <a:t>Order</a:t>
            </a:r>
            <a:r>
              <a:rPr sz="850" spc="-30" dirty="0">
                <a:solidFill>
                  <a:srgbClr val="1A1A2D"/>
                </a:solidFill>
                <a:latin typeface="Arial MT"/>
                <a:cs typeface="Arial MT"/>
              </a:rPr>
              <a:t> </a:t>
            </a:r>
            <a:r>
              <a:rPr sz="850" spc="-10" dirty="0">
                <a:solidFill>
                  <a:srgbClr val="1A1A2D"/>
                </a:solidFill>
                <a:latin typeface="Arial MT"/>
                <a:cs typeface="Arial MT"/>
              </a:rPr>
              <a:t>Validation</a:t>
            </a:r>
            <a:endParaRPr sz="850">
              <a:latin typeface="Arial MT"/>
              <a:cs typeface="Arial MT"/>
            </a:endParaRPr>
          </a:p>
          <a:p>
            <a:pPr algn="ctr">
              <a:lnSpc>
                <a:spcPct val="100000"/>
              </a:lnSpc>
              <a:spcBef>
                <a:spcPts val="80"/>
              </a:spcBef>
            </a:pPr>
            <a:r>
              <a:rPr sz="850" dirty="0">
                <a:solidFill>
                  <a:srgbClr val="1A1A2D"/>
                </a:solidFill>
                <a:latin typeface="Arial MT"/>
                <a:cs typeface="Arial MT"/>
              </a:rPr>
              <a:t>&amp;</a:t>
            </a:r>
            <a:r>
              <a:rPr sz="850" spc="-10" dirty="0">
                <a:solidFill>
                  <a:srgbClr val="1A1A2D"/>
                </a:solidFill>
                <a:latin typeface="Arial MT"/>
                <a:cs typeface="Arial MT"/>
              </a:rPr>
              <a:t> </a:t>
            </a:r>
            <a:r>
              <a:rPr sz="850" dirty="0">
                <a:solidFill>
                  <a:srgbClr val="1A1A2D"/>
                </a:solidFill>
                <a:latin typeface="Arial MT"/>
                <a:cs typeface="Arial MT"/>
              </a:rPr>
              <a:t>Business</a:t>
            </a:r>
            <a:r>
              <a:rPr sz="850" spc="-5" dirty="0">
                <a:solidFill>
                  <a:srgbClr val="1A1A2D"/>
                </a:solidFill>
                <a:latin typeface="Arial MT"/>
                <a:cs typeface="Arial MT"/>
              </a:rPr>
              <a:t> </a:t>
            </a:r>
            <a:r>
              <a:rPr sz="850" spc="-10" dirty="0">
                <a:solidFill>
                  <a:srgbClr val="1A1A2D"/>
                </a:solidFill>
                <a:latin typeface="Arial MT"/>
                <a:cs typeface="Arial MT"/>
              </a:rPr>
              <a:t>Rules</a:t>
            </a:r>
            <a:endParaRPr sz="850">
              <a:latin typeface="Arial MT"/>
              <a:cs typeface="Arial MT"/>
            </a:endParaRPr>
          </a:p>
        </p:txBody>
      </p:sp>
      <p:grpSp>
        <p:nvGrpSpPr>
          <p:cNvPr id="103" name="object 103"/>
          <p:cNvGrpSpPr/>
          <p:nvPr/>
        </p:nvGrpSpPr>
        <p:grpSpPr>
          <a:xfrm>
            <a:off x="3786440" y="5044439"/>
            <a:ext cx="3119120" cy="579120"/>
            <a:chOff x="3786440" y="5044439"/>
            <a:chExt cx="3119120" cy="579120"/>
          </a:xfrm>
        </p:grpSpPr>
        <p:sp>
          <p:nvSpPr>
            <p:cNvPr id="104" name="object 104"/>
            <p:cNvSpPr/>
            <p:nvPr/>
          </p:nvSpPr>
          <p:spPr>
            <a:xfrm>
              <a:off x="3796600" y="5054599"/>
              <a:ext cx="3098800" cy="558800"/>
            </a:xfrm>
            <a:custGeom>
              <a:avLst/>
              <a:gdLst/>
              <a:ahLst/>
              <a:cxnLst/>
              <a:rect l="l" t="t" r="r" b="b"/>
              <a:pathLst>
                <a:path w="3098800" h="558800">
                  <a:moveTo>
                    <a:pt x="1549400" y="0"/>
                  </a:moveTo>
                  <a:lnTo>
                    <a:pt x="1474330" y="322"/>
                  </a:lnTo>
                  <a:lnTo>
                    <a:pt x="1400182" y="1279"/>
                  </a:lnTo>
                  <a:lnTo>
                    <a:pt x="1327037" y="2855"/>
                  </a:lnTo>
                  <a:lnTo>
                    <a:pt x="1254977" y="5037"/>
                  </a:lnTo>
                  <a:lnTo>
                    <a:pt x="1184083" y="7810"/>
                  </a:lnTo>
                  <a:lnTo>
                    <a:pt x="1114435" y="11159"/>
                  </a:lnTo>
                  <a:lnTo>
                    <a:pt x="1046115" y="15070"/>
                  </a:lnTo>
                  <a:lnTo>
                    <a:pt x="979204" y="19527"/>
                  </a:lnTo>
                  <a:lnTo>
                    <a:pt x="913784" y="24516"/>
                  </a:lnTo>
                  <a:lnTo>
                    <a:pt x="849935" y="30023"/>
                  </a:lnTo>
                  <a:lnTo>
                    <a:pt x="787738" y="36033"/>
                  </a:lnTo>
                  <a:lnTo>
                    <a:pt x="727275" y="42531"/>
                  </a:lnTo>
                  <a:lnTo>
                    <a:pt x="668627" y="49503"/>
                  </a:lnTo>
                  <a:lnTo>
                    <a:pt x="611876" y="56934"/>
                  </a:lnTo>
                  <a:lnTo>
                    <a:pt x="557101" y="64809"/>
                  </a:lnTo>
                  <a:lnTo>
                    <a:pt x="504385" y="73114"/>
                  </a:lnTo>
                  <a:lnTo>
                    <a:pt x="453808" y="81834"/>
                  </a:lnTo>
                  <a:lnTo>
                    <a:pt x="405452" y="90954"/>
                  </a:lnTo>
                  <a:lnTo>
                    <a:pt x="359398" y="100460"/>
                  </a:lnTo>
                  <a:lnTo>
                    <a:pt x="315727" y="110338"/>
                  </a:lnTo>
                  <a:lnTo>
                    <a:pt x="274520" y="120572"/>
                  </a:lnTo>
                  <a:lnTo>
                    <a:pt x="235858" y="131147"/>
                  </a:lnTo>
                  <a:lnTo>
                    <a:pt x="166496" y="153266"/>
                  </a:lnTo>
                  <a:lnTo>
                    <a:pt x="108288" y="176577"/>
                  </a:lnTo>
                  <a:lnTo>
                    <a:pt x="61886" y="200963"/>
                  </a:lnTo>
                  <a:lnTo>
                    <a:pt x="27937" y="226307"/>
                  </a:lnTo>
                  <a:lnTo>
                    <a:pt x="1786" y="265862"/>
                  </a:lnTo>
                  <a:lnTo>
                    <a:pt x="0" y="279400"/>
                  </a:lnTo>
                  <a:lnTo>
                    <a:pt x="1786" y="292937"/>
                  </a:lnTo>
                  <a:lnTo>
                    <a:pt x="27937" y="332492"/>
                  </a:lnTo>
                  <a:lnTo>
                    <a:pt x="61886" y="357836"/>
                  </a:lnTo>
                  <a:lnTo>
                    <a:pt x="108288" y="382222"/>
                  </a:lnTo>
                  <a:lnTo>
                    <a:pt x="166496" y="405533"/>
                  </a:lnTo>
                  <a:lnTo>
                    <a:pt x="235858" y="427652"/>
                  </a:lnTo>
                  <a:lnTo>
                    <a:pt x="274520" y="438227"/>
                  </a:lnTo>
                  <a:lnTo>
                    <a:pt x="315727" y="448461"/>
                  </a:lnTo>
                  <a:lnTo>
                    <a:pt x="359398" y="458339"/>
                  </a:lnTo>
                  <a:lnTo>
                    <a:pt x="405452" y="467845"/>
                  </a:lnTo>
                  <a:lnTo>
                    <a:pt x="453808" y="476965"/>
                  </a:lnTo>
                  <a:lnTo>
                    <a:pt x="504385" y="485685"/>
                  </a:lnTo>
                  <a:lnTo>
                    <a:pt x="557101" y="493990"/>
                  </a:lnTo>
                  <a:lnTo>
                    <a:pt x="611876" y="501865"/>
                  </a:lnTo>
                  <a:lnTo>
                    <a:pt x="668627" y="509296"/>
                  </a:lnTo>
                  <a:lnTo>
                    <a:pt x="727275" y="516268"/>
                  </a:lnTo>
                  <a:lnTo>
                    <a:pt x="787738" y="522766"/>
                  </a:lnTo>
                  <a:lnTo>
                    <a:pt x="849935" y="528776"/>
                  </a:lnTo>
                  <a:lnTo>
                    <a:pt x="913784" y="534283"/>
                  </a:lnTo>
                  <a:lnTo>
                    <a:pt x="979204" y="539272"/>
                  </a:lnTo>
                  <a:lnTo>
                    <a:pt x="1046115" y="543729"/>
                  </a:lnTo>
                  <a:lnTo>
                    <a:pt x="1114435" y="547640"/>
                  </a:lnTo>
                  <a:lnTo>
                    <a:pt x="1184083" y="550989"/>
                  </a:lnTo>
                  <a:lnTo>
                    <a:pt x="1254977" y="553762"/>
                  </a:lnTo>
                  <a:lnTo>
                    <a:pt x="1327037" y="555944"/>
                  </a:lnTo>
                  <a:lnTo>
                    <a:pt x="1400182" y="557520"/>
                  </a:lnTo>
                  <a:lnTo>
                    <a:pt x="1474330" y="558477"/>
                  </a:lnTo>
                  <a:lnTo>
                    <a:pt x="1549400" y="558800"/>
                  </a:lnTo>
                  <a:lnTo>
                    <a:pt x="1624469" y="558477"/>
                  </a:lnTo>
                  <a:lnTo>
                    <a:pt x="1698617" y="557520"/>
                  </a:lnTo>
                  <a:lnTo>
                    <a:pt x="1771761" y="555944"/>
                  </a:lnTo>
                  <a:lnTo>
                    <a:pt x="1843821" y="553762"/>
                  </a:lnTo>
                  <a:lnTo>
                    <a:pt x="1914716" y="550989"/>
                  </a:lnTo>
                  <a:lnTo>
                    <a:pt x="1984364" y="547640"/>
                  </a:lnTo>
                  <a:lnTo>
                    <a:pt x="2052683" y="543729"/>
                  </a:lnTo>
                  <a:lnTo>
                    <a:pt x="2119594" y="539272"/>
                  </a:lnTo>
                  <a:lnTo>
                    <a:pt x="2185015" y="534283"/>
                  </a:lnTo>
                  <a:lnTo>
                    <a:pt x="2248864" y="528776"/>
                  </a:lnTo>
                  <a:lnTo>
                    <a:pt x="2311060" y="522766"/>
                  </a:lnTo>
                  <a:lnTo>
                    <a:pt x="2371523" y="516268"/>
                  </a:lnTo>
                  <a:lnTo>
                    <a:pt x="2430171" y="509296"/>
                  </a:lnTo>
                  <a:lnTo>
                    <a:pt x="2486923" y="501865"/>
                  </a:lnTo>
                  <a:lnTo>
                    <a:pt x="2541698" y="493990"/>
                  </a:lnTo>
                  <a:lnTo>
                    <a:pt x="2594414" y="485685"/>
                  </a:lnTo>
                  <a:lnTo>
                    <a:pt x="2644991" y="476965"/>
                  </a:lnTo>
                  <a:lnTo>
                    <a:pt x="2693347" y="467845"/>
                  </a:lnTo>
                  <a:lnTo>
                    <a:pt x="2739401" y="458339"/>
                  </a:lnTo>
                  <a:lnTo>
                    <a:pt x="2783072" y="448461"/>
                  </a:lnTo>
                  <a:lnTo>
                    <a:pt x="2824279" y="438227"/>
                  </a:lnTo>
                  <a:lnTo>
                    <a:pt x="2862941" y="427652"/>
                  </a:lnTo>
                  <a:lnTo>
                    <a:pt x="2932303" y="405533"/>
                  </a:lnTo>
                  <a:lnTo>
                    <a:pt x="2990510" y="382222"/>
                  </a:lnTo>
                  <a:lnTo>
                    <a:pt x="3036913" y="357836"/>
                  </a:lnTo>
                  <a:lnTo>
                    <a:pt x="3070861" y="332492"/>
                  </a:lnTo>
                  <a:lnTo>
                    <a:pt x="3097013" y="292937"/>
                  </a:lnTo>
                  <a:lnTo>
                    <a:pt x="3098799" y="279400"/>
                  </a:lnTo>
                  <a:lnTo>
                    <a:pt x="3097013" y="265862"/>
                  </a:lnTo>
                  <a:lnTo>
                    <a:pt x="3070861" y="226307"/>
                  </a:lnTo>
                  <a:lnTo>
                    <a:pt x="3036913" y="200963"/>
                  </a:lnTo>
                  <a:lnTo>
                    <a:pt x="2990510" y="176577"/>
                  </a:lnTo>
                  <a:lnTo>
                    <a:pt x="2932303" y="153266"/>
                  </a:lnTo>
                  <a:lnTo>
                    <a:pt x="2862941" y="131147"/>
                  </a:lnTo>
                  <a:lnTo>
                    <a:pt x="2824279" y="120572"/>
                  </a:lnTo>
                  <a:lnTo>
                    <a:pt x="2783072" y="110338"/>
                  </a:lnTo>
                  <a:lnTo>
                    <a:pt x="2739401" y="100460"/>
                  </a:lnTo>
                  <a:lnTo>
                    <a:pt x="2693347" y="90954"/>
                  </a:lnTo>
                  <a:lnTo>
                    <a:pt x="2644991" y="81834"/>
                  </a:lnTo>
                  <a:lnTo>
                    <a:pt x="2594414" y="73114"/>
                  </a:lnTo>
                  <a:lnTo>
                    <a:pt x="2541698" y="64809"/>
                  </a:lnTo>
                  <a:lnTo>
                    <a:pt x="2486923" y="56934"/>
                  </a:lnTo>
                  <a:lnTo>
                    <a:pt x="2430171" y="49503"/>
                  </a:lnTo>
                  <a:lnTo>
                    <a:pt x="2371523" y="42531"/>
                  </a:lnTo>
                  <a:lnTo>
                    <a:pt x="2311060" y="36033"/>
                  </a:lnTo>
                  <a:lnTo>
                    <a:pt x="2248864" y="30023"/>
                  </a:lnTo>
                  <a:lnTo>
                    <a:pt x="2185015" y="24516"/>
                  </a:lnTo>
                  <a:lnTo>
                    <a:pt x="2119594" y="19527"/>
                  </a:lnTo>
                  <a:lnTo>
                    <a:pt x="2052683" y="15070"/>
                  </a:lnTo>
                  <a:lnTo>
                    <a:pt x="1984364" y="11159"/>
                  </a:lnTo>
                  <a:lnTo>
                    <a:pt x="1914716" y="7810"/>
                  </a:lnTo>
                  <a:lnTo>
                    <a:pt x="1843821" y="5037"/>
                  </a:lnTo>
                  <a:lnTo>
                    <a:pt x="1771761" y="2855"/>
                  </a:lnTo>
                  <a:lnTo>
                    <a:pt x="1698617" y="1279"/>
                  </a:lnTo>
                  <a:lnTo>
                    <a:pt x="1624469" y="322"/>
                  </a:lnTo>
                  <a:lnTo>
                    <a:pt x="154940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5" name="object 105"/>
            <p:cNvSpPr/>
            <p:nvPr/>
          </p:nvSpPr>
          <p:spPr>
            <a:xfrm>
              <a:off x="3796600" y="5054599"/>
              <a:ext cx="3098800" cy="558800"/>
            </a:xfrm>
            <a:custGeom>
              <a:avLst/>
              <a:gdLst/>
              <a:ahLst/>
              <a:cxnLst/>
              <a:rect l="l" t="t" r="r" b="b"/>
              <a:pathLst>
                <a:path w="3098800" h="558800">
                  <a:moveTo>
                    <a:pt x="3098799" y="279400"/>
                  </a:moveTo>
                  <a:lnTo>
                    <a:pt x="3082963" y="239301"/>
                  </a:lnTo>
                  <a:lnTo>
                    <a:pt x="3036913" y="200963"/>
                  </a:lnTo>
                  <a:lnTo>
                    <a:pt x="2990510" y="176577"/>
                  </a:lnTo>
                  <a:lnTo>
                    <a:pt x="2932303" y="153266"/>
                  </a:lnTo>
                  <a:lnTo>
                    <a:pt x="2862941" y="131147"/>
                  </a:lnTo>
                  <a:lnTo>
                    <a:pt x="2824279" y="120572"/>
                  </a:lnTo>
                  <a:lnTo>
                    <a:pt x="2783072" y="110338"/>
                  </a:lnTo>
                  <a:lnTo>
                    <a:pt x="2739401" y="100460"/>
                  </a:lnTo>
                  <a:lnTo>
                    <a:pt x="2693347" y="90954"/>
                  </a:lnTo>
                  <a:lnTo>
                    <a:pt x="2644991" y="81834"/>
                  </a:lnTo>
                  <a:lnTo>
                    <a:pt x="2594414" y="73114"/>
                  </a:lnTo>
                  <a:lnTo>
                    <a:pt x="2541698" y="64809"/>
                  </a:lnTo>
                  <a:lnTo>
                    <a:pt x="2486923" y="56934"/>
                  </a:lnTo>
                  <a:lnTo>
                    <a:pt x="2430171" y="49503"/>
                  </a:lnTo>
                  <a:lnTo>
                    <a:pt x="2371523" y="42531"/>
                  </a:lnTo>
                  <a:lnTo>
                    <a:pt x="2311060" y="36033"/>
                  </a:lnTo>
                  <a:lnTo>
                    <a:pt x="2248864" y="30023"/>
                  </a:lnTo>
                  <a:lnTo>
                    <a:pt x="2185015" y="24516"/>
                  </a:lnTo>
                  <a:lnTo>
                    <a:pt x="2119594" y="19527"/>
                  </a:lnTo>
                  <a:lnTo>
                    <a:pt x="2052683" y="15070"/>
                  </a:lnTo>
                  <a:lnTo>
                    <a:pt x="1984364" y="11159"/>
                  </a:lnTo>
                  <a:lnTo>
                    <a:pt x="1914716" y="7810"/>
                  </a:lnTo>
                  <a:lnTo>
                    <a:pt x="1843821" y="5037"/>
                  </a:lnTo>
                  <a:lnTo>
                    <a:pt x="1771761" y="2855"/>
                  </a:lnTo>
                  <a:lnTo>
                    <a:pt x="1698617" y="1279"/>
                  </a:lnTo>
                  <a:lnTo>
                    <a:pt x="1624469" y="322"/>
                  </a:lnTo>
                  <a:lnTo>
                    <a:pt x="1549400" y="0"/>
                  </a:lnTo>
                  <a:lnTo>
                    <a:pt x="1474330" y="322"/>
                  </a:lnTo>
                  <a:lnTo>
                    <a:pt x="1400182" y="1279"/>
                  </a:lnTo>
                  <a:lnTo>
                    <a:pt x="1327037" y="2855"/>
                  </a:lnTo>
                  <a:lnTo>
                    <a:pt x="1254977" y="5037"/>
                  </a:lnTo>
                  <a:lnTo>
                    <a:pt x="1184083" y="7810"/>
                  </a:lnTo>
                  <a:lnTo>
                    <a:pt x="1114435" y="11159"/>
                  </a:lnTo>
                  <a:lnTo>
                    <a:pt x="1046115" y="15070"/>
                  </a:lnTo>
                  <a:lnTo>
                    <a:pt x="979204" y="19527"/>
                  </a:lnTo>
                  <a:lnTo>
                    <a:pt x="913784" y="24516"/>
                  </a:lnTo>
                  <a:lnTo>
                    <a:pt x="849935" y="30023"/>
                  </a:lnTo>
                  <a:lnTo>
                    <a:pt x="787738" y="36033"/>
                  </a:lnTo>
                  <a:lnTo>
                    <a:pt x="727275" y="42531"/>
                  </a:lnTo>
                  <a:lnTo>
                    <a:pt x="668627" y="49503"/>
                  </a:lnTo>
                  <a:lnTo>
                    <a:pt x="611876" y="56934"/>
                  </a:lnTo>
                  <a:lnTo>
                    <a:pt x="557101" y="64809"/>
                  </a:lnTo>
                  <a:lnTo>
                    <a:pt x="504385" y="73114"/>
                  </a:lnTo>
                  <a:lnTo>
                    <a:pt x="453808" y="81834"/>
                  </a:lnTo>
                  <a:lnTo>
                    <a:pt x="405452" y="90954"/>
                  </a:lnTo>
                  <a:lnTo>
                    <a:pt x="359398" y="100460"/>
                  </a:lnTo>
                  <a:lnTo>
                    <a:pt x="315727" y="110338"/>
                  </a:lnTo>
                  <a:lnTo>
                    <a:pt x="274520" y="120572"/>
                  </a:lnTo>
                  <a:lnTo>
                    <a:pt x="235858" y="131147"/>
                  </a:lnTo>
                  <a:lnTo>
                    <a:pt x="166496" y="153266"/>
                  </a:lnTo>
                  <a:lnTo>
                    <a:pt x="108288" y="176577"/>
                  </a:lnTo>
                  <a:lnTo>
                    <a:pt x="61886" y="200963"/>
                  </a:lnTo>
                  <a:lnTo>
                    <a:pt x="27937" y="226307"/>
                  </a:lnTo>
                  <a:lnTo>
                    <a:pt x="1786" y="265862"/>
                  </a:lnTo>
                  <a:lnTo>
                    <a:pt x="0" y="279400"/>
                  </a:lnTo>
                  <a:lnTo>
                    <a:pt x="1786" y="292937"/>
                  </a:lnTo>
                  <a:lnTo>
                    <a:pt x="27937" y="332492"/>
                  </a:lnTo>
                  <a:lnTo>
                    <a:pt x="61886" y="357836"/>
                  </a:lnTo>
                  <a:lnTo>
                    <a:pt x="108288" y="382222"/>
                  </a:lnTo>
                  <a:lnTo>
                    <a:pt x="166496" y="405533"/>
                  </a:lnTo>
                  <a:lnTo>
                    <a:pt x="235858" y="427652"/>
                  </a:lnTo>
                  <a:lnTo>
                    <a:pt x="274520" y="438227"/>
                  </a:lnTo>
                  <a:lnTo>
                    <a:pt x="315727" y="448461"/>
                  </a:lnTo>
                  <a:lnTo>
                    <a:pt x="359398" y="458339"/>
                  </a:lnTo>
                  <a:lnTo>
                    <a:pt x="405452" y="467845"/>
                  </a:lnTo>
                  <a:lnTo>
                    <a:pt x="453808" y="476965"/>
                  </a:lnTo>
                  <a:lnTo>
                    <a:pt x="504385" y="485685"/>
                  </a:lnTo>
                  <a:lnTo>
                    <a:pt x="557101" y="493990"/>
                  </a:lnTo>
                  <a:lnTo>
                    <a:pt x="611876" y="501865"/>
                  </a:lnTo>
                  <a:lnTo>
                    <a:pt x="668627" y="509296"/>
                  </a:lnTo>
                  <a:lnTo>
                    <a:pt x="727275" y="516268"/>
                  </a:lnTo>
                  <a:lnTo>
                    <a:pt x="787738" y="522766"/>
                  </a:lnTo>
                  <a:lnTo>
                    <a:pt x="849935" y="528776"/>
                  </a:lnTo>
                  <a:lnTo>
                    <a:pt x="913784" y="534283"/>
                  </a:lnTo>
                  <a:lnTo>
                    <a:pt x="979204" y="539272"/>
                  </a:lnTo>
                  <a:lnTo>
                    <a:pt x="1046115" y="543729"/>
                  </a:lnTo>
                  <a:lnTo>
                    <a:pt x="1114435" y="547640"/>
                  </a:lnTo>
                  <a:lnTo>
                    <a:pt x="1184083" y="550989"/>
                  </a:lnTo>
                  <a:lnTo>
                    <a:pt x="1254977" y="553762"/>
                  </a:lnTo>
                  <a:lnTo>
                    <a:pt x="1327037" y="555944"/>
                  </a:lnTo>
                  <a:lnTo>
                    <a:pt x="1400182" y="557520"/>
                  </a:lnTo>
                  <a:lnTo>
                    <a:pt x="1474330" y="558477"/>
                  </a:lnTo>
                  <a:lnTo>
                    <a:pt x="1549400" y="558800"/>
                  </a:lnTo>
                  <a:lnTo>
                    <a:pt x="1624469" y="558477"/>
                  </a:lnTo>
                  <a:lnTo>
                    <a:pt x="1698617" y="557520"/>
                  </a:lnTo>
                  <a:lnTo>
                    <a:pt x="1771761" y="555944"/>
                  </a:lnTo>
                  <a:lnTo>
                    <a:pt x="1843821" y="553762"/>
                  </a:lnTo>
                  <a:lnTo>
                    <a:pt x="1914716" y="550989"/>
                  </a:lnTo>
                  <a:lnTo>
                    <a:pt x="1984364" y="547640"/>
                  </a:lnTo>
                  <a:lnTo>
                    <a:pt x="2052683" y="543729"/>
                  </a:lnTo>
                  <a:lnTo>
                    <a:pt x="2119594" y="539272"/>
                  </a:lnTo>
                  <a:lnTo>
                    <a:pt x="2185015" y="534283"/>
                  </a:lnTo>
                  <a:lnTo>
                    <a:pt x="2248864" y="528776"/>
                  </a:lnTo>
                  <a:lnTo>
                    <a:pt x="2311060" y="522766"/>
                  </a:lnTo>
                  <a:lnTo>
                    <a:pt x="2371523" y="516268"/>
                  </a:lnTo>
                  <a:lnTo>
                    <a:pt x="2430171" y="509296"/>
                  </a:lnTo>
                  <a:lnTo>
                    <a:pt x="2486923" y="501865"/>
                  </a:lnTo>
                  <a:lnTo>
                    <a:pt x="2541698" y="493990"/>
                  </a:lnTo>
                  <a:lnTo>
                    <a:pt x="2594414" y="485685"/>
                  </a:lnTo>
                  <a:lnTo>
                    <a:pt x="2644991" y="476965"/>
                  </a:lnTo>
                  <a:lnTo>
                    <a:pt x="2693347" y="467845"/>
                  </a:lnTo>
                  <a:lnTo>
                    <a:pt x="2739401" y="458339"/>
                  </a:lnTo>
                  <a:lnTo>
                    <a:pt x="2783072" y="448461"/>
                  </a:lnTo>
                  <a:lnTo>
                    <a:pt x="2824279" y="438227"/>
                  </a:lnTo>
                  <a:lnTo>
                    <a:pt x="2862941" y="427652"/>
                  </a:lnTo>
                  <a:lnTo>
                    <a:pt x="2932303" y="405533"/>
                  </a:lnTo>
                  <a:lnTo>
                    <a:pt x="2990510" y="382222"/>
                  </a:lnTo>
                  <a:lnTo>
                    <a:pt x="3036913" y="357836"/>
                  </a:lnTo>
                  <a:lnTo>
                    <a:pt x="3070861" y="332492"/>
                  </a:lnTo>
                  <a:lnTo>
                    <a:pt x="3097013" y="292937"/>
                  </a:lnTo>
                  <a:lnTo>
                    <a:pt x="3098799" y="279400"/>
                  </a:lnTo>
                </a:path>
              </a:pathLst>
            </a:custGeom>
            <a:ln w="20320">
              <a:solidFill>
                <a:srgbClr val="0A7285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06" name="object 106"/>
          <p:cNvSpPr txBox="1"/>
          <p:nvPr/>
        </p:nvSpPr>
        <p:spPr>
          <a:xfrm>
            <a:off x="5009342" y="5137149"/>
            <a:ext cx="673735" cy="3835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algn="ctr">
              <a:lnSpc>
                <a:spcPts val="800"/>
              </a:lnSpc>
              <a:spcBef>
                <a:spcPts val="100"/>
              </a:spcBef>
            </a:pPr>
            <a:r>
              <a:rPr sz="750" b="1" spc="-10" dirty="0">
                <a:solidFill>
                  <a:srgbClr val="0A7285"/>
                </a:solidFill>
                <a:latin typeface="Arial"/>
                <a:cs typeface="Arial"/>
              </a:rPr>
              <a:t>02.06</a:t>
            </a:r>
            <a:endParaRPr sz="750">
              <a:latin typeface="Arial"/>
              <a:cs typeface="Arial"/>
            </a:endParaRPr>
          </a:p>
          <a:p>
            <a:pPr algn="ctr">
              <a:lnSpc>
                <a:spcPts val="919"/>
              </a:lnSpc>
            </a:pPr>
            <a:r>
              <a:rPr sz="850" dirty="0">
                <a:solidFill>
                  <a:srgbClr val="1A1A2D"/>
                </a:solidFill>
                <a:latin typeface="Arial MT"/>
                <a:cs typeface="Arial MT"/>
              </a:rPr>
              <a:t>Order</a:t>
            </a:r>
            <a:r>
              <a:rPr sz="850" spc="-30" dirty="0">
                <a:solidFill>
                  <a:srgbClr val="1A1A2D"/>
                </a:solidFill>
                <a:latin typeface="Arial MT"/>
                <a:cs typeface="Arial MT"/>
              </a:rPr>
              <a:t> </a:t>
            </a:r>
            <a:r>
              <a:rPr sz="850" spc="-10" dirty="0">
                <a:solidFill>
                  <a:srgbClr val="1A1A2D"/>
                </a:solidFill>
                <a:latin typeface="Arial MT"/>
                <a:cs typeface="Arial MT"/>
              </a:rPr>
              <a:t>Search</a:t>
            </a:r>
            <a:endParaRPr sz="850">
              <a:latin typeface="Arial MT"/>
              <a:cs typeface="Arial MT"/>
            </a:endParaRPr>
          </a:p>
          <a:p>
            <a:pPr algn="ctr">
              <a:lnSpc>
                <a:spcPct val="100000"/>
              </a:lnSpc>
              <a:spcBef>
                <a:spcPts val="80"/>
              </a:spcBef>
            </a:pPr>
            <a:r>
              <a:rPr sz="850" dirty="0">
                <a:solidFill>
                  <a:srgbClr val="1A1A2D"/>
                </a:solidFill>
                <a:latin typeface="Arial MT"/>
                <a:cs typeface="Arial MT"/>
              </a:rPr>
              <a:t>&amp; </a:t>
            </a:r>
            <a:r>
              <a:rPr sz="850" spc="-10" dirty="0">
                <a:solidFill>
                  <a:srgbClr val="1A1A2D"/>
                </a:solidFill>
                <a:latin typeface="Arial MT"/>
                <a:cs typeface="Arial MT"/>
              </a:rPr>
              <a:t>Filtering</a:t>
            </a:r>
            <a:endParaRPr sz="850">
              <a:latin typeface="Arial MT"/>
              <a:cs typeface="Arial MT"/>
            </a:endParaRPr>
          </a:p>
        </p:txBody>
      </p:sp>
      <p:grpSp>
        <p:nvGrpSpPr>
          <p:cNvPr id="107" name="object 107"/>
          <p:cNvGrpSpPr/>
          <p:nvPr/>
        </p:nvGrpSpPr>
        <p:grpSpPr>
          <a:xfrm>
            <a:off x="3786440" y="5806439"/>
            <a:ext cx="3119120" cy="579120"/>
            <a:chOff x="3786440" y="5806439"/>
            <a:chExt cx="3119120" cy="579120"/>
          </a:xfrm>
        </p:grpSpPr>
        <p:sp>
          <p:nvSpPr>
            <p:cNvPr id="108" name="object 108"/>
            <p:cNvSpPr/>
            <p:nvPr/>
          </p:nvSpPr>
          <p:spPr>
            <a:xfrm>
              <a:off x="3796600" y="5816599"/>
              <a:ext cx="3098800" cy="558800"/>
            </a:xfrm>
            <a:custGeom>
              <a:avLst/>
              <a:gdLst/>
              <a:ahLst/>
              <a:cxnLst/>
              <a:rect l="l" t="t" r="r" b="b"/>
              <a:pathLst>
                <a:path w="3098800" h="558800">
                  <a:moveTo>
                    <a:pt x="1549400" y="0"/>
                  </a:moveTo>
                  <a:lnTo>
                    <a:pt x="1474330" y="322"/>
                  </a:lnTo>
                  <a:lnTo>
                    <a:pt x="1400182" y="1279"/>
                  </a:lnTo>
                  <a:lnTo>
                    <a:pt x="1327037" y="2855"/>
                  </a:lnTo>
                  <a:lnTo>
                    <a:pt x="1254977" y="5037"/>
                  </a:lnTo>
                  <a:lnTo>
                    <a:pt x="1184083" y="7810"/>
                  </a:lnTo>
                  <a:lnTo>
                    <a:pt x="1114435" y="11159"/>
                  </a:lnTo>
                  <a:lnTo>
                    <a:pt x="1046115" y="15070"/>
                  </a:lnTo>
                  <a:lnTo>
                    <a:pt x="979204" y="19527"/>
                  </a:lnTo>
                  <a:lnTo>
                    <a:pt x="913784" y="24516"/>
                  </a:lnTo>
                  <a:lnTo>
                    <a:pt x="849935" y="30023"/>
                  </a:lnTo>
                  <a:lnTo>
                    <a:pt x="787738" y="36033"/>
                  </a:lnTo>
                  <a:lnTo>
                    <a:pt x="727275" y="42531"/>
                  </a:lnTo>
                  <a:lnTo>
                    <a:pt x="668627" y="49503"/>
                  </a:lnTo>
                  <a:lnTo>
                    <a:pt x="611876" y="56934"/>
                  </a:lnTo>
                  <a:lnTo>
                    <a:pt x="557101" y="64809"/>
                  </a:lnTo>
                  <a:lnTo>
                    <a:pt x="504385" y="73114"/>
                  </a:lnTo>
                  <a:lnTo>
                    <a:pt x="453808" y="81834"/>
                  </a:lnTo>
                  <a:lnTo>
                    <a:pt x="405452" y="90954"/>
                  </a:lnTo>
                  <a:lnTo>
                    <a:pt x="359398" y="100460"/>
                  </a:lnTo>
                  <a:lnTo>
                    <a:pt x="315727" y="110338"/>
                  </a:lnTo>
                  <a:lnTo>
                    <a:pt x="274520" y="120572"/>
                  </a:lnTo>
                  <a:lnTo>
                    <a:pt x="235858" y="131147"/>
                  </a:lnTo>
                  <a:lnTo>
                    <a:pt x="166496" y="153266"/>
                  </a:lnTo>
                  <a:lnTo>
                    <a:pt x="108288" y="176577"/>
                  </a:lnTo>
                  <a:lnTo>
                    <a:pt x="61886" y="200963"/>
                  </a:lnTo>
                  <a:lnTo>
                    <a:pt x="27937" y="226307"/>
                  </a:lnTo>
                  <a:lnTo>
                    <a:pt x="1786" y="265862"/>
                  </a:lnTo>
                  <a:lnTo>
                    <a:pt x="0" y="279400"/>
                  </a:lnTo>
                  <a:lnTo>
                    <a:pt x="1786" y="292937"/>
                  </a:lnTo>
                  <a:lnTo>
                    <a:pt x="27937" y="332492"/>
                  </a:lnTo>
                  <a:lnTo>
                    <a:pt x="61886" y="357836"/>
                  </a:lnTo>
                  <a:lnTo>
                    <a:pt x="108288" y="382222"/>
                  </a:lnTo>
                  <a:lnTo>
                    <a:pt x="166496" y="405533"/>
                  </a:lnTo>
                  <a:lnTo>
                    <a:pt x="235858" y="427652"/>
                  </a:lnTo>
                  <a:lnTo>
                    <a:pt x="274520" y="438227"/>
                  </a:lnTo>
                  <a:lnTo>
                    <a:pt x="315727" y="448461"/>
                  </a:lnTo>
                  <a:lnTo>
                    <a:pt x="359398" y="458339"/>
                  </a:lnTo>
                  <a:lnTo>
                    <a:pt x="405452" y="467845"/>
                  </a:lnTo>
                  <a:lnTo>
                    <a:pt x="453808" y="476965"/>
                  </a:lnTo>
                  <a:lnTo>
                    <a:pt x="504385" y="485685"/>
                  </a:lnTo>
                  <a:lnTo>
                    <a:pt x="557101" y="493990"/>
                  </a:lnTo>
                  <a:lnTo>
                    <a:pt x="611876" y="501865"/>
                  </a:lnTo>
                  <a:lnTo>
                    <a:pt x="668627" y="509296"/>
                  </a:lnTo>
                  <a:lnTo>
                    <a:pt x="727275" y="516268"/>
                  </a:lnTo>
                  <a:lnTo>
                    <a:pt x="787738" y="522766"/>
                  </a:lnTo>
                  <a:lnTo>
                    <a:pt x="849935" y="528776"/>
                  </a:lnTo>
                  <a:lnTo>
                    <a:pt x="913784" y="534283"/>
                  </a:lnTo>
                  <a:lnTo>
                    <a:pt x="979204" y="539272"/>
                  </a:lnTo>
                  <a:lnTo>
                    <a:pt x="1046115" y="543729"/>
                  </a:lnTo>
                  <a:lnTo>
                    <a:pt x="1114435" y="547640"/>
                  </a:lnTo>
                  <a:lnTo>
                    <a:pt x="1184083" y="550989"/>
                  </a:lnTo>
                  <a:lnTo>
                    <a:pt x="1254977" y="553762"/>
                  </a:lnTo>
                  <a:lnTo>
                    <a:pt x="1327037" y="555944"/>
                  </a:lnTo>
                  <a:lnTo>
                    <a:pt x="1400182" y="557521"/>
                  </a:lnTo>
                  <a:lnTo>
                    <a:pt x="1474330" y="558477"/>
                  </a:lnTo>
                  <a:lnTo>
                    <a:pt x="1549400" y="558800"/>
                  </a:lnTo>
                  <a:lnTo>
                    <a:pt x="1624469" y="558477"/>
                  </a:lnTo>
                  <a:lnTo>
                    <a:pt x="1698617" y="557521"/>
                  </a:lnTo>
                  <a:lnTo>
                    <a:pt x="1771761" y="555944"/>
                  </a:lnTo>
                  <a:lnTo>
                    <a:pt x="1843821" y="553762"/>
                  </a:lnTo>
                  <a:lnTo>
                    <a:pt x="1914716" y="550989"/>
                  </a:lnTo>
                  <a:lnTo>
                    <a:pt x="1984364" y="547640"/>
                  </a:lnTo>
                  <a:lnTo>
                    <a:pt x="2052683" y="543729"/>
                  </a:lnTo>
                  <a:lnTo>
                    <a:pt x="2119594" y="539272"/>
                  </a:lnTo>
                  <a:lnTo>
                    <a:pt x="2185015" y="534283"/>
                  </a:lnTo>
                  <a:lnTo>
                    <a:pt x="2248864" y="528776"/>
                  </a:lnTo>
                  <a:lnTo>
                    <a:pt x="2311060" y="522766"/>
                  </a:lnTo>
                  <a:lnTo>
                    <a:pt x="2371523" y="516268"/>
                  </a:lnTo>
                  <a:lnTo>
                    <a:pt x="2430171" y="509296"/>
                  </a:lnTo>
                  <a:lnTo>
                    <a:pt x="2486923" y="501865"/>
                  </a:lnTo>
                  <a:lnTo>
                    <a:pt x="2541698" y="493990"/>
                  </a:lnTo>
                  <a:lnTo>
                    <a:pt x="2594414" y="485685"/>
                  </a:lnTo>
                  <a:lnTo>
                    <a:pt x="2644991" y="476965"/>
                  </a:lnTo>
                  <a:lnTo>
                    <a:pt x="2693347" y="467845"/>
                  </a:lnTo>
                  <a:lnTo>
                    <a:pt x="2739401" y="458339"/>
                  </a:lnTo>
                  <a:lnTo>
                    <a:pt x="2783072" y="448461"/>
                  </a:lnTo>
                  <a:lnTo>
                    <a:pt x="2824279" y="438227"/>
                  </a:lnTo>
                  <a:lnTo>
                    <a:pt x="2862941" y="427652"/>
                  </a:lnTo>
                  <a:lnTo>
                    <a:pt x="2932303" y="405533"/>
                  </a:lnTo>
                  <a:lnTo>
                    <a:pt x="2990510" y="382222"/>
                  </a:lnTo>
                  <a:lnTo>
                    <a:pt x="3036913" y="357836"/>
                  </a:lnTo>
                  <a:lnTo>
                    <a:pt x="3070861" y="332492"/>
                  </a:lnTo>
                  <a:lnTo>
                    <a:pt x="3097013" y="292937"/>
                  </a:lnTo>
                  <a:lnTo>
                    <a:pt x="3098799" y="279400"/>
                  </a:lnTo>
                  <a:lnTo>
                    <a:pt x="3097013" y="265862"/>
                  </a:lnTo>
                  <a:lnTo>
                    <a:pt x="3070861" y="226307"/>
                  </a:lnTo>
                  <a:lnTo>
                    <a:pt x="3036913" y="200963"/>
                  </a:lnTo>
                  <a:lnTo>
                    <a:pt x="2990510" y="176577"/>
                  </a:lnTo>
                  <a:lnTo>
                    <a:pt x="2932303" y="153266"/>
                  </a:lnTo>
                  <a:lnTo>
                    <a:pt x="2862941" y="131147"/>
                  </a:lnTo>
                  <a:lnTo>
                    <a:pt x="2824279" y="120572"/>
                  </a:lnTo>
                  <a:lnTo>
                    <a:pt x="2783072" y="110338"/>
                  </a:lnTo>
                  <a:lnTo>
                    <a:pt x="2739401" y="100460"/>
                  </a:lnTo>
                  <a:lnTo>
                    <a:pt x="2693347" y="90954"/>
                  </a:lnTo>
                  <a:lnTo>
                    <a:pt x="2644991" y="81834"/>
                  </a:lnTo>
                  <a:lnTo>
                    <a:pt x="2594414" y="73114"/>
                  </a:lnTo>
                  <a:lnTo>
                    <a:pt x="2541698" y="64809"/>
                  </a:lnTo>
                  <a:lnTo>
                    <a:pt x="2486923" y="56934"/>
                  </a:lnTo>
                  <a:lnTo>
                    <a:pt x="2430171" y="49503"/>
                  </a:lnTo>
                  <a:lnTo>
                    <a:pt x="2371523" y="42531"/>
                  </a:lnTo>
                  <a:lnTo>
                    <a:pt x="2311060" y="36033"/>
                  </a:lnTo>
                  <a:lnTo>
                    <a:pt x="2248864" y="30023"/>
                  </a:lnTo>
                  <a:lnTo>
                    <a:pt x="2185015" y="24516"/>
                  </a:lnTo>
                  <a:lnTo>
                    <a:pt x="2119594" y="19527"/>
                  </a:lnTo>
                  <a:lnTo>
                    <a:pt x="2052683" y="15070"/>
                  </a:lnTo>
                  <a:lnTo>
                    <a:pt x="1984364" y="11159"/>
                  </a:lnTo>
                  <a:lnTo>
                    <a:pt x="1914716" y="7810"/>
                  </a:lnTo>
                  <a:lnTo>
                    <a:pt x="1843821" y="5037"/>
                  </a:lnTo>
                  <a:lnTo>
                    <a:pt x="1771761" y="2855"/>
                  </a:lnTo>
                  <a:lnTo>
                    <a:pt x="1698617" y="1279"/>
                  </a:lnTo>
                  <a:lnTo>
                    <a:pt x="1624469" y="322"/>
                  </a:lnTo>
                  <a:lnTo>
                    <a:pt x="154940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9" name="object 109"/>
            <p:cNvSpPr/>
            <p:nvPr/>
          </p:nvSpPr>
          <p:spPr>
            <a:xfrm>
              <a:off x="3796600" y="5816599"/>
              <a:ext cx="3098800" cy="558800"/>
            </a:xfrm>
            <a:custGeom>
              <a:avLst/>
              <a:gdLst/>
              <a:ahLst/>
              <a:cxnLst/>
              <a:rect l="l" t="t" r="r" b="b"/>
              <a:pathLst>
                <a:path w="3098800" h="558800">
                  <a:moveTo>
                    <a:pt x="3098799" y="279400"/>
                  </a:moveTo>
                  <a:lnTo>
                    <a:pt x="3082963" y="239301"/>
                  </a:lnTo>
                  <a:lnTo>
                    <a:pt x="3036913" y="200963"/>
                  </a:lnTo>
                  <a:lnTo>
                    <a:pt x="2990510" y="176577"/>
                  </a:lnTo>
                  <a:lnTo>
                    <a:pt x="2932303" y="153266"/>
                  </a:lnTo>
                  <a:lnTo>
                    <a:pt x="2862941" y="131147"/>
                  </a:lnTo>
                  <a:lnTo>
                    <a:pt x="2824279" y="120572"/>
                  </a:lnTo>
                  <a:lnTo>
                    <a:pt x="2783072" y="110338"/>
                  </a:lnTo>
                  <a:lnTo>
                    <a:pt x="2739401" y="100460"/>
                  </a:lnTo>
                  <a:lnTo>
                    <a:pt x="2693347" y="90954"/>
                  </a:lnTo>
                  <a:lnTo>
                    <a:pt x="2644991" y="81834"/>
                  </a:lnTo>
                  <a:lnTo>
                    <a:pt x="2594414" y="73114"/>
                  </a:lnTo>
                  <a:lnTo>
                    <a:pt x="2541698" y="64809"/>
                  </a:lnTo>
                  <a:lnTo>
                    <a:pt x="2486923" y="56934"/>
                  </a:lnTo>
                  <a:lnTo>
                    <a:pt x="2430171" y="49503"/>
                  </a:lnTo>
                  <a:lnTo>
                    <a:pt x="2371523" y="42531"/>
                  </a:lnTo>
                  <a:lnTo>
                    <a:pt x="2311060" y="36033"/>
                  </a:lnTo>
                  <a:lnTo>
                    <a:pt x="2248864" y="30023"/>
                  </a:lnTo>
                  <a:lnTo>
                    <a:pt x="2185015" y="24516"/>
                  </a:lnTo>
                  <a:lnTo>
                    <a:pt x="2119594" y="19527"/>
                  </a:lnTo>
                  <a:lnTo>
                    <a:pt x="2052683" y="15070"/>
                  </a:lnTo>
                  <a:lnTo>
                    <a:pt x="1984364" y="11159"/>
                  </a:lnTo>
                  <a:lnTo>
                    <a:pt x="1914716" y="7810"/>
                  </a:lnTo>
                  <a:lnTo>
                    <a:pt x="1843821" y="5037"/>
                  </a:lnTo>
                  <a:lnTo>
                    <a:pt x="1771761" y="2855"/>
                  </a:lnTo>
                  <a:lnTo>
                    <a:pt x="1698617" y="1279"/>
                  </a:lnTo>
                  <a:lnTo>
                    <a:pt x="1624469" y="322"/>
                  </a:lnTo>
                  <a:lnTo>
                    <a:pt x="1549400" y="0"/>
                  </a:lnTo>
                  <a:lnTo>
                    <a:pt x="1474330" y="322"/>
                  </a:lnTo>
                  <a:lnTo>
                    <a:pt x="1400182" y="1279"/>
                  </a:lnTo>
                  <a:lnTo>
                    <a:pt x="1327037" y="2855"/>
                  </a:lnTo>
                  <a:lnTo>
                    <a:pt x="1254977" y="5037"/>
                  </a:lnTo>
                  <a:lnTo>
                    <a:pt x="1184083" y="7810"/>
                  </a:lnTo>
                  <a:lnTo>
                    <a:pt x="1114435" y="11159"/>
                  </a:lnTo>
                  <a:lnTo>
                    <a:pt x="1046115" y="15070"/>
                  </a:lnTo>
                  <a:lnTo>
                    <a:pt x="979204" y="19527"/>
                  </a:lnTo>
                  <a:lnTo>
                    <a:pt x="913784" y="24516"/>
                  </a:lnTo>
                  <a:lnTo>
                    <a:pt x="849935" y="30023"/>
                  </a:lnTo>
                  <a:lnTo>
                    <a:pt x="787738" y="36033"/>
                  </a:lnTo>
                  <a:lnTo>
                    <a:pt x="727275" y="42531"/>
                  </a:lnTo>
                  <a:lnTo>
                    <a:pt x="668627" y="49503"/>
                  </a:lnTo>
                  <a:lnTo>
                    <a:pt x="611876" y="56934"/>
                  </a:lnTo>
                  <a:lnTo>
                    <a:pt x="557101" y="64809"/>
                  </a:lnTo>
                  <a:lnTo>
                    <a:pt x="504385" y="73114"/>
                  </a:lnTo>
                  <a:lnTo>
                    <a:pt x="453808" y="81834"/>
                  </a:lnTo>
                  <a:lnTo>
                    <a:pt x="405452" y="90954"/>
                  </a:lnTo>
                  <a:lnTo>
                    <a:pt x="359398" y="100460"/>
                  </a:lnTo>
                  <a:lnTo>
                    <a:pt x="315727" y="110338"/>
                  </a:lnTo>
                  <a:lnTo>
                    <a:pt x="274520" y="120572"/>
                  </a:lnTo>
                  <a:lnTo>
                    <a:pt x="235858" y="131147"/>
                  </a:lnTo>
                  <a:lnTo>
                    <a:pt x="166496" y="153266"/>
                  </a:lnTo>
                  <a:lnTo>
                    <a:pt x="108288" y="176577"/>
                  </a:lnTo>
                  <a:lnTo>
                    <a:pt x="61886" y="200963"/>
                  </a:lnTo>
                  <a:lnTo>
                    <a:pt x="27937" y="226307"/>
                  </a:lnTo>
                  <a:lnTo>
                    <a:pt x="1786" y="265862"/>
                  </a:lnTo>
                  <a:lnTo>
                    <a:pt x="0" y="279400"/>
                  </a:lnTo>
                  <a:lnTo>
                    <a:pt x="1786" y="292937"/>
                  </a:lnTo>
                  <a:lnTo>
                    <a:pt x="27937" y="332492"/>
                  </a:lnTo>
                  <a:lnTo>
                    <a:pt x="61886" y="357836"/>
                  </a:lnTo>
                  <a:lnTo>
                    <a:pt x="108288" y="382222"/>
                  </a:lnTo>
                  <a:lnTo>
                    <a:pt x="166496" y="405533"/>
                  </a:lnTo>
                  <a:lnTo>
                    <a:pt x="235858" y="427652"/>
                  </a:lnTo>
                  <a:lnTo>
                    <a:pt x="274520" y="438227"/>
                  </a:lnTo>
                  <a:lnTo>
                    <a:pt x="315727" y="448461"/>
                  </a:lnTo>
                  <a:lnTo>
                    <a:pt x="359398" y="458339"/>
                  </a:lnTo>
                  <a:lnTo>
                    <a:pt x="405452" y="467845"/>
                  </a:lnTo>
                  <a:lnTo>
                    <a:pt x="453808" y="476965"/>
                  </a:lnTo>
                  <a:lnTo>
                    <a:pt x="504385" y="485685"/>
                  </a:lnTo>
                  <a:lnTo>
                    <a:pt x="557101" y="493990"/>
                  </a:lnTo>
                  <a:lnTo>
                    <a:pt x="611876" y="501865"/>
                  </a:lnTo>
                  <a:lnTo>
                    <a:pt x="668627" y="509296"/>
                  </a:lnTo>
                  <a:lnTo>
                    <a:pt x="727275" y="516268"/>
                  </a:lnTo>
                  <a:lnTo>
                    <a:pt x="787738" y="522766"/>
                  </a:lnTo>
                  <a:lnTo>
                    <a:pt x="849935" y="528776"/>
                  </a:lnTo>
                  <a:lnTo>
                    <a:pt x="913784" y="534283"/>
                  </a:lnTo>
                  <a:lnTo>
                    <a:pt x="979204" y="539272"/>
                  </a:lnTo>
                  <a:lnTo>
                    <a:pt x="1046115" y="543729"/>
                  </a:lnTo>
                  <a:lnTo>
                    <a:pt x="1114435" y="547640"/>
                  </a:lnTo>
                  <a:lnTo>
                    <a:pt x="1184083" y="550989"/>
                  </a:lnTo>
                  <a:lnTo>
                    <a:pt x="1254977" y="553762"/>
                  </a:lnTo>
                  <a:lnTo>
                    <a:pt x="1327037" y="555944"/>
                  </a:lnTo>
                  <a:lnTo>
                    <a:pt x="1400182" y="557521"/>
                  </a:lnTo>
                  <a:lnTo>
                    <a:pt x="1474330" y="558477"/>
                  </a:lnTo>
                  <a:lnTo>
                    <a:pt x="1549400" y="558800"/>
                  </a:lnTo>
                  <a:lnTo>
                    <a:pt x="1624469" y="558477"/>
                  </a:lnTo>
                  <a:lnTo>
                    <a:pt x="1698617" y="557521"/>
                  </a:lnTo>
                  <a:lnTo>
                    <a:pt x="1771761" y="555944"/>
                  </a:lnTo>
                  <a:lnTo>
                    <a:pt x="1843821" y="553762"/>
                  </a:lnTo>
                  <a:lnTo>
                    <a:pt x="1914716" y="550989"/>
                  </a:lnTo>
                  <a:lnTo>
                    <a:pt x="1984364" y="547640"/>
                  </a:lnTo>
                  <a:lnTo>
                    <a:pt x="2052683" y="543729"/>
                  </a:lnTo>
                  <a:lnTo>
                    <a:pt x="2119594" y="539272"/>
                  </a:lnTo>
                  <a:lnTo>
                    <a:pt x="2185015" y="534283"/>
                  </a:lnTo>
                  <a:lnTo>
                    <a:pt x="2248864" y="528776"/>
                  </a:lnTo>
                  <a:lnTo>
                    <a:pt x="2311060" y="522766"/>
                  </a:lnTo>
                  <a:lnTo>
                    <a:pt x="2371523" y="516268"/>
                  </a:lnTo>
                  <a:lnTo>
                    <a:pt x="2430171" y="509296"/>
                  </a:lnTo>
                  <a:lnTo>
                    <a:pt x="2486923" y="501865"/>
                  </a:lnTo>
                  <a:lnTo>
                    <a:pt x="2541698" y="493990"/>
                  </a:lnTo>
                  <a:lnTo>
                    <a:pt x="2594414" y="485685"/>
                  </a:lnTo>
                  <a:lnTo>
                    <a:pt x="2644991" y="476965"/>
                  </a:lnTo>
                  <a:lnTo>
                    <a:pt x="2693347" y="467845"/>
                  </a:lnTo>
                  <a:lnTo>
                    <a:pt x="2739401" y="458339"/>
                  </a:lnTo>
                  <a:lnTo>
                    <a:pt x="2783072" y="448461"/>
                  </a:lnTo>
                  <a:lnTo>
                    <a:pt x="2824279" y="438227"/>
                  </a:lnTo>
                  <a:lnTo>
                    <a:pt x="2862941" y="427652"/>
                  </a:lnTo>
                  <a:lnTo>
                    <a:pt x="2932303" y="405533"/>
                  </a:lnTo>
                  <a:lnTo>
                    <a:pt x="2990510" y="382222"/>
                  </a:lnTo>
                  <a:lnTo>
                    <a:pt x="3036913" y="357836"/>
                  </a:lnTo>
                  <a:lnTo>
                    <a:pt x="3070861" y="332492"/>
                  </a:lnTo>
                  <a:lnTo>
                    <a:pt x="3097013" y="292937"/>
                  </a:lnTo>
                  <a:lnTo>
                    <a:pt x="3098799" y="279400"/>
                  </a:lnTo>
                </a:path>
              </a:pathLst>
            </a:custGeom>
            <a:ln w="20320">
              <a:solidFill>
                <a:srgbClr val="0A7285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10" name="object 110"/>
          <p:cNvSpPr txBox="1"/>
          <p:nvPr/>
        </p:nvSpPr>
        <p:spPr>
          <a:xfrm>
            <a:off x="5066339" y="5899149"/>
            <a:ext cx="559435" cy="3835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algn="ctr">
              <a:lnSpc>
                <a:spcPts val="800"/>
              </a:lnSpc>
              <a:spcBef>
                <a:spcPts val="100"/>
              </a:spcBef>
            </a:pPr>
            <a:r>
              <a:rPr sz="750" b="1" spc="-10" dirty="0">
                <a:solidFill>
                  <a:srgbClr val="0A7285"/>
                </a:solidFill>
                <a:latin typeface="Arial"/>
                <a:cs typeface="Arial"/>
              </a:rPr>
              <a:t>02.07</a:t>
            </a:r>
            <a:endParaRPr sz="750">
              <a:latin typeface="Arial"/>
              <a:cs typeface="Arial"/>
            </a:endParaRPr>
          </a:p>
          <a:p>
            <a:pPr algn="ctr">
              <a:lnSpc>
                <a:spcPts val="919"/>
              </a:lnSpc>
            </a:pPr>
            <a:r>
              <a:rPr sz="850" dirty="0">
                <a:solidFill>
                  <a:srgbClr val="1A1A2D"/>
                </a:solidFill>
                <a:latin typeface="Arial MT"/>
                <a:cs typeface="Arial MT"/>
              </a:rPr>
              <a:t>Bulk</a:t>
            </a:r>
            <a:r>
              <a:rPr sz="850" spc="-5" dirty="0">
                <a:solidFill>
                  <a:srgbClr val="1A1A2D"/>
                </a:solidFill>
                <a:latin typeface="Arial MT"/>
                <a:cs typeface="Arial MT"/>
              </a:rPr>
              <a:t> </a:t>
            </a:r>
            <a:r>
              <a:rPr sz="850" spc="-10" dirty="0">
                <a:solidFill>
                  <a:srgbClr val="1A1A2D"/>
                </a:solidFill>
                <a:latin typeface="Arial MT"/>
                <a:cs typeface="Arial MT"/>
              </a:rPr>
              <a:t>Order</a:t>
            </a:r>
            <a:endParaRPr sz="850">
              <a:latin typeface="Arial MT"/>
              <a:cs typeface="Arial MT"/>
            </a:endParaRPr>
          </a:p>
          <a:p>
            <a:pPr algn="ctr">
              <a:lnSpc>
                <a:spcPct val="100000"/>
              </a:lnSpc>
              <a:spcBef>
                <a:spcPts val="80"/>
              </a:spcBef>
            </a:pPr>
            <a:r>
              <a:rPr sz="850" spc="-10" dirty="0">
                <a:solidFill>
                  <a:srgbClr val="1A1A2D"/>
                </a:solidFill>
                <a:latin typeface="Arial MT"/>
                <a:cs typeface="Arial MT"/>
              </a:rPr>
              <a:t>Processing</a:t>
            </a:r>
            <a:endParaRPr sz="850">
              <a:latin typeface="Arial MT"/>
              <a:cs typeface="Arial MT"/>
            </a:endParaRPr>
          </a:p>
        </p:txBody>
      </p:sp>
      <p:grpSp>
        <p:nvGrpSpPr>
          <p:cNvPr id="111" name="object 111"/>
          <p:cNvGrpSpPr/>
          <p:nvPr/>
        </p:nvGrpSpPr>
        <p:grpSpPr>
          <a:xfrm>
            <a:off x="8477120" y="6411919"/>
            <a:ext cx="2067560" cy="975360"/>
            <a:chOff x="8477120" y="6411919"/>
            <a:chExt cx="2067560" cy="975360"/>
          </a:xfrm>
        </p:grpSpPr>
        <p:sp>
          <p:nvSpPr>
            <p:cNvPr id="112" name="object 112"/>
            <p:cNvSpPr/>
            <p:nvPr/>
          </p:nvSpPr>
          <p:spPr>
            <a:xfrm>
              <a:off x="8482200" y="6416999"/>
              <a:ext cx="2057400" cy="965200"/>
            </a:xfrm>
            <a:custGeom>
              <a:avLst/>
              <a:gdLst/>
              <a:ahLst/>
              <a:cxnLst/>
              <a:rect l="l" t="t" r="r" b="b"/>
              <a:pathLst>
                <a:path w="2057400" h="965200">
                  <a:moveTo>
                    <a:pt x="2006600" y="0"/>
                  </a:moveTo>
                  <a:lnTo>
                    <a:pt x="50800" y="0"/>
                  </a:lnTo>
                  <a:lnTo>
                    <a:pt x="31015" y="3988"/>
                  </a:lnTo>
                  <a:lnTo>
                    <a:pt x="14869" y="14869"/>
                  </a:lnTo>
                  <a:lnTo>
                    <a:pt x="3988" y="31015"/>
                  </a:lnTo>
                  <a:lnTo>
                    <a:pt x="0" y="50800"/>
                  </a:lnTo>
                  <a:lnTo>
                    <a:pt x="0" y="914400"/>
                  </a:lnTo>
                  <a:lnTo>
                    <a:pt x="3988" y="934184"/>
                  </a:lnTo>
                  <a:lnTo>
                    <a:pt x="14869" y="950330"/>
                  </a:lnTo>
                  <a:lnTo>
                    <a:pt x="31015" y="961211"/>
                  </a:lnTo>
                  <a:lnTo>
                    <a:pt x="50800" y="965200"/>
                  </a:lnTo>
                  <a:lnTo>
                    <a:pt x="2006600" y="965200"/>
                  </a:lnTo>
                  <a:lnTo>
                    <a:pt x="2026384" y="961211"/>
                  </a:lnTo>
                  <a:lnTo>
                    <a:pt x="2042530" y="950330"/>
                  </a:lnTo>
                  <a:lnTo>
                    <a:pt x="2053411" y="934184"/>
                  </a:lnTo>
                  <a:lnTo>
                    <a:pt x="2057400" y="914400"/>
                  </a:lnTo>
                  <a:lnTo>
                    <a:pt x="2057400" y="50800"/>
                  </a:lnTo>
                  <a:lnTo>
                    <a:pt x="2053411" y="31015"/>
                  </a:lnTo>
                  <a:lnTo>
                    <a:pt x="2042530" y="14869"/>
                  </a:lnTo>
                  <a:lnTo>
                    <a:pt x="2026384" y="3988"/>
                  </a:lnTo>
                  <a:lnTo>
                    <a:pt x="200660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dirty="0"/>
            </a:p>
          </p:txBody>
        </p:sp>
        <p:sp>
          <p:nvSpPr>
            <p:cNvPr id="113" name="object 113"/>
            <p:cNvSpPr/>
            <p:nvPr/>
          </p:nvSpPr>
          <p:spPr>
            <a:xfrm>
              <a:off x="8482200" y="6416999"/>
              <a:ext cx="2057400" cy="965200"/>
            </a:xfrm>
            <a:custGeom>
              <a:avLst/>
              <a:gdLst/>
              <a:ahLst/>
              <a:cxnLst/>
              <a:rect l="l" t="t" r="r" b="b"/>
              <a:pathLst>
                <a:path w="2057400" h="965200">
                  <a:moveTo>
                    <a:pt x="50800" y="965200"/>
                  </a:moveTo>
                  <a:lnTo>
                    <a:pt x="2006600" y="965200"/>
                  </a:lnTo>
                  <a:lnTo>
                    <a:pt x="2026384" y="961211"/>
                  </a:lnTo>
                  <a:lnTo>
                    <a:pt x="2042530" y="950330"/>
                  </a:lnTo>
                  <a:lnTo>
                    <a:pt x="2053411" y="934184"/>
                  </a:lnTo>
                  <a:lnTo>
                    <a:pt x="2057400" y="914400"/>
                  </a:lnTo>
                  <a:lnTo>
                    <a:pt x="2057400" y="50800"/>
                  </a:lnTo>
                  <a:lnTo>
                    <a:pt x="2053411" y="31015"/>
                  </a:lnTo>
                  <a:lnTo>
                    <a:pt x="2042530" y="14869"/>
                  </a:lnTo>
                  <a:lnTo>
                    <a:pt x="2026384" y="3988"/>
                  </a:lnTo>
                  <a:lnTo>
                    <a:pt x="2006600" y="0"/>
                  </a:lnTo>
                  <a:lnTo>
                    <a:pt x="50800" y="0"/>
                  </a:lnTo>
                  <a:lnTo>
                    <a:pt x="31015" y="3988"/>
                  </a:lnTo>
                  <a:lnTo>
                    <a:pt x="14869" y="14869"/>
                  </a:lnTo>
                  <a:lnTo>
                    <a:pt x="3988" y="31015"/>
                  </a:lnTo>
                  <a:lnTo>
                    <a:pt x="0" y="50800"/>
                  </a:lnTo>
                  <a:lnTo>
                    <a:pt x="0" y="914400"/>
                  </a:lnTo>
                  <a:lnTo>
                    <a:pt x="3988" y="934184"/>
                  </a:lnTo>
                  <a:lnTo>
                    <a:pt x="14869" y="950330"/>
                  </a:lnTo>
                  <a:lnTo>
                    <a:pt x="31015" y="961211"/>
                  </a:lnTo>
                  <a:lnTo>
                    <a:pt x="50800" y="965200"/>
                  </a:lnTo>
                  <a:close/>
                </a:path>
              </a:pathLst>
            </a:custGeom>
            <a:ln w="10160">
              <a:solidFill>
                <a:srgbClr val="CCCCC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4" name="object 114"/>
            <p:cNvSpPr/>
            <p:nvPr/>
          </p:nvSpPr>
          <p:spPr>
            <a:xfrm>
              <a:off x="8583800" y="6670999"/>
              <a:ext cx="558800" cy="228600"/>
            </a:xfrm>
            <a:custGeom>
              <a:avLst/>
              <a:gdLst/>
              <a:ahLst/>
              <a:cxnLst/>
              <a:rect l="l" t="t" r="r" b="b"/>
              <a:pathLst>
                <a:path w="558800" h="228600">
                  <a:moveTo>
                    <a:pt x="279400" y="0"/>
                  </a:moveTo>
                  <a:lnTo>
                    <a:pt x="215336" y="3018"/>
                  </a:lnTo>
                  <a:lnTo>
                    <a:pt x="156526" y="11617"/>
                  </a:lnTo>
                  <a:lnTo>
                    <a:pt x="104649" y="25110"/>
                  </a:lnTo>
                  <a:lnTo>
                    <a:pt x="61380" y="42811"/>
                  </a:lnTo>
                  <a:lnTo>
                    <a:pt x="28398" y="64033"/>
                  </a:lnTo>
                  <a:lnTo>
                    <a:pt x="0" y="114300"/>
                  </a:lnTo>
                  <a:lnTo>
                    <a:pt x="7379" y="140507"/>
                  </a:lnTo>
                  <a:lnTo>
                    <a:pt x="61380" y="185788"/>
                  </a:lnTo>
                  <a:lnTo>
                    <a:pt x="104649" y="203489"/>
                  </a:lnTo>
                  <a:lnTo>
                    <a:pt x="156526" y="216982"/>
                  </a:lnTo>
                  <a:lnTo>
                    <a:pt x="215336" y="225581"/>
                  </a:lnTo>
                  <a:lnTo>
                    <a:pt x="279400" y="228600"/>
                  </a:lnTo>
                  <a:lnTo>
                    <a:pt x="343463" y="225581"/>
                  </a:lnTo>
                  <a:lnTo>
                    <a:pt x="402272" y="216982"/>
                  </a:lnTo>
                  <a:lnTo>
                    <a:pt x="454150" y="203489"/>
                  </a:lnTo>
                  <a:lnTo>
                    <a:pt x="497418" y="185788"/>
                  </a:lnTo>
                  <a:lnTo>
                    <a:pt x="530401" y="164566"/>
                  </a:lnTo>
                  <a:lnTo>
                    <a:pt x="558800" y="114300"/>
                  </a:lnTo>
                  <a:lnTo>
                    <a:pt x="551420" y="88092"/>
                  </a:lnTo>
                  <a:lnTo>
                    <a:pt x="497418" y="42811"/>
                  </a:lnTo>
                  <a:lnTo>
                    <a:pt x="454150" y="25110"/>
                  </a:lnTo>
                  <a:lnTo>
                    <a:pt x="402272" y="11617"/>
                  </a:lnTo>
                  <a:lnTo>
                    <a:pt x="343463" y="3018"/>
                  </a:lnTo>
                  <a:lnTo>
                    <a:pt x="279400" y="0"/>
                  </a:lnTo>
                  <a:close/>
                </a:path>
              </a:pathLst>
            </a:custGeom>
            <a:solidFill>
              <a:srgbClr val="FFF2C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5" name="object 115"/>
            <p:cNvSpPr/>
            <p:nvPr/>
          </p:nvSpPr>
          <p:spPr>
            <a:xfrm>
              <a:off x="8583800" y="6670999"/>
              <a:ext cx="558800" cy="228600"/>
            </a:xfrm>
            <a:custGeom>
              <a:avLst/>
              <a:gdLst/>
              <a:ahLst/>
              <a:cxnLst/>
              <a:rect l="l" t="t" r="r" b="b"/>
              <a:pathLst>
                <a:path w="558800" h="228600">
                  <a:moveTo>
                    <a:pt x="558800" y="114300"/>
                  </a:moveTo>
                  <a:lnTo>
                    <a:pt x="530401" y="64033"/>
                  </a:lnTo>
                  <a:lnTo>
                    <a:pt x="497418" y="42811"/>
                  </a:lnTo>
                  <a:lnTo>
                    <a:pt x="454150" y="25110"/>
                  </a:lnTo>
                  <a:lnTo>
                    <a:pt x="402272" y="11617"/>
                  </a:lnTo>
                  <a:lnTo>
                    <a:pt x="343463" y="3018"/>
                  </a:lnTo>
                  <a:lnTo>
                    <a:pt x="279400" y="0"/>
                  </a:lnTo>
                  <a:lnTo>
                    <a:pt x="215336" y="3018"/>
                  </a:lnTo>
                  <a:lnTo>
                    <a:pt x="156526" y="11617"/>
                  </a:lnTo>
                  <a:lnTo>
                    <a:pt x="104649" y="25110"/>
                  </a:lnTo>
                  <a:lnTo>
                    <a:pt x="61380" y="42811"/>
                  </a:lnTo>
                  <a:lnTo>
                    <a:pt x="28398" y="64033"/>
                  </a:lnTo>
                  <a:lnTo>
                    <a:pt x="0" y="114300"/>
                  </a:lnTo>
                  <a:lnTo>
                    <a:pt x="7379" y="140507"/>
                  </a:lnTo>
                  <a:lnTo>
                    <a:pt x="61380" y="185788"/>
                  </a:lnTo>
                  <a:lnTo>
                    <a:pt x="104649" y="203489"/>
                  </a:lnTo>
                  <a:lnTo>
                    <a:pt x="156526" y="216982"/>
                  </a:lnTo>
                  <a:lnTo>
                    <a:pt x="215336" y="225581"/>
                  </a:lnTo>
                  <a:lnTo>
                    <a:pt x="279400" y="228600"/>
                  </a:lnTo>
                  <a:lnTo>
                    <a:pt x="343463" y="225581"/>
                  </a:lnTo>
                  <a:lnTo>
                    <a:pt x="402272" y="216982"/>
                  </a:lnTo>
                  <a:lnTo>
                    <a:pt x="454150" y="203489"/>
                  </a:lnTo>
                  <a:lnTo>
                    <a:pt x="497418" y="185788"/>
                  </a:lnTo>
                  <a:lnTo>
                    <a:pt x="530401" y="164566"/>
                  </a:lnTo>
                  <a:lnTo>
                    <a:pt x="558800" y="114300"/>
                  </a:lnTo>
                </a:path>
              </a:pathLst>
            </a:custGeom>
            <a:ln w="25400">
              <a:solidFill>
                <a:srgbClr val="E695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16" name="object 116"/>
          <p:cNvSpPr txBox="1"/>
          <p:nvPr/>
        </p:nvSpPr>
        <p:spPr>
          <a:xfrm>
            <a:off x="8571100" y="6480499"/>
            <a:ext cx="1603375" cy="38735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800" b="1" spc="-10" dirty="0">
                <a:solidFill>
                  <a:srgbClr val="1A3A5B"/>
                </a:solidFill>
                <a:latin typeface="Arial"/>
                <a:cs typeface="Arial"/>
              </a:rPr>
              <a:t>Legend</a:t>
            </a:r>
            <a:endParaRPr sz="800" dirty="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70"/>
              </a:spcBef>
            </a:pPr>
            <a:endParaRPr sz="800" dirty="0">
              <a:latin typeface="Arial"/>
              <a:cs typeface="Arial"/>
            </a:endParaRPr>
          </a:p>
          <a:p>
            <a:pPr marL="647700">
              <a:lnSpc>
                <a:spcPct val="100000"/>
              </a:lnSpc>
            </a:pPr>
            <a:r>
              <a:rPr sz="750" dirty="0">
                <a:solidFill>
                  <a:srgbClr val="1A1A2D"/>
                </a:solidFill>
                <a:latin typeface="Arial MT"/>
                <a:cs typeface="Arial MT"/>
              </a:rPr>
              <a:t>Planned</a:t>
            </a:r>
            <a:r>
              <a:rPr sz="750" spc="10" dirty="0">
                <a:solidFill>
                  <a:srgbClr val="1A1A2D"/>
                </a:solidFill>
                <a:latin typeface="Arial MT"/>
                <a:cs typeface="Arial MT"/>
              </a:rPr>
              <a:t> </a:t>
            </a:r>
            <a:r>
              <a:rPr sz="750" dirty="0">
                <a:solidFill>
                  <a:srgbClr val="1A1A2D"/>
                </a:solidFill>
                <a:latin typeface="Arial MT"/>
                <a:cs typeface="Arial MT"/>
              </a:rPr>
              <a:t>this</a:t>
            </a:r>
            <a:r>
              <a:rPr sz="750" spc="15" dirty="0">
                <a:solidFill>
                  <a:srgbClr val="1A1A2D"/>
                </a:solidFill>
                <a:latin typeface="Arial MT"/>
                <a:cs typeface="Arial MT"/>
              </a:rPr>
              <a:t> </a:t>
            </a:r>
            <a:r>
              <a:rPr sz="750" spc="-10" dirty="0">
                <a:solidFill>
                  <a:srgbClr val="1A1A2D"/>
                </a:solidFill>
                <a:latin typeface="Arial MT"/>
                <a:cs typeface="Arial MT"/>
              </a:rPr>
              <a:t>semester</a:t>
            </a:r>
            <a:endParaRPr sz="750" dirty="0">
              <a:latin typeface="Arial MT"/>
              <a:cs typeface="Arial MT"/>
            </a:endParaRPr>
          </a:p>
        </p:txBody>
      </p:sp>
      <p:grpSp>
        <p:nvGrpSpPr>
          <p:cNvPr id="117" name="object 117"/>
          <p:cNvGrpSpPr/>
          <p:nvPr/>
        </p:nvGrpSpPr>
        <p:grpSpPr>
          <a:xfrm>
            <a:off x="8573640" y="6965639"/>
            <a:ext cx="579120" cy="248920"/>
            <a:chOff x="8573640" y="6965639"/>
            <a:chExt cx="579120" cy="248920"/>
          </a:xfrm>
        </p:grpSpPr>
        <p:sp>
          <p:nvSpPr>
            <p:cNvPr id="118" name="object 118"/>
            <p:cNvSpPr/>
            <p:nvPr/>
          </p:nvSpPr>
          <p:spPr>
            <a:xfrm>
              <a:off x="8583800" y="6975799"/>
              <a:ext cx="558800" cy="228600"/>
            </a:xfrm>
            <a:custGeom>
              <a:avLst/>
              <a:gdLst/>
              <a:ahLst/>
              <a:cxnLst/>
              <a:rect l="l" t="t" r="r" b="b"/>
              <a:pathLst>
                <a:path w="558800" h="228600">
                  <a:moveTo>
                    <a:pt x="279400" y="0"/>
                  </a:moveTo>
                  <a:lnTo>
                    <a:pt x="215336" y="3018"/>
                  </a:lnTo>
                  <a:lnTo>
                    <a:pt x="156526" y="11617"/>
                  </a:lnTo>
                  <a:lnTo>
                    <a:pt x="104649" y="25110"/>
                  </a:lnTo>
                  <a:lnTo>
                    <a:pt x="61380" y="42811"/>
                  </a:lnTo>
                  <a:lnTo>
                    <a:pt x="28398" y="64033"/>
                  </a:lnTo>
                  <a:lnTo>
                    <a:pt x="0" y="114300"/>
                  </a:lnTo>
                  <a:lnTo>
                    <a:pt x="7379" y="140507"/>
                  </a:lnTo>
                  <a:lnTo>
                    <a:pt x="61380" y="185788"/>
                  </a:lnTo>
                  <a:lnTo>
                    <a:pt x="104649" y="203489"/>
                  </a:lnTo>
                  <a:lnTo>
                    <a:pt x="156526" y="216982"/>
                  </a:lnTo>
                  <a:lnTo>
                    <a:pt x="215336" y="225581"/>
                  </a:lnTo>
                  <a:lnTo>
                    <a:pt x="279400" y="228600"/>
                  </a:lnTo>
                  <a:lnTo>
                    <a:pt x="343463" y="225581"/>
                  </a:lnTo>
                  <a:lnTo>
                    <a:pt x="402272" y="216982"/>
                  </a:lnTo>
                  <a:lnTo>
                    <a:pt x="454150" y="203489"/>
                  </a:lnTo>
                  <a:lnTo>
                    <a:pt x="497418" y="185788"/>
                  </a:lnTo>
                  <a:lnTo>
                    <a:pt x="530401" y="164566"/>
                  </a:lnTo>
                  <a:lnTo>
                    <a:pt x="558800" y="114300"/>
                  </a:lnTo>
                  <a:lnTo>
                    <a:pt x="551420" y="88092"/>
                  </a:lnTo>
                  <a:lnTo>
                    <a:pt x="497418" y="42811"/>
                  </a:lnTo>
                  <a:lnTo>
                    <a:pt x="454150" y="25110"/>
                  </a:lnTo>
                  <a:lnTo>
                    <a:pt x="402272" y="11617"/>
                  </a:lnTo>
                  <a:lnTo>
                    <a:pt x="343463" y="3018"/>
                  </a:lnTo>
                  <a:lnTo>
                    <a:pt x="27940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9" name="object 119"/>
            <p:cNvSpPr/>
            <p:nvPr/>
          </p:nvSpPr>
          <p:spPr>
            <a:xfrm>
              <a:off x="8583800" y="6975799"/>
              <a:ext cx="558800" cy="228600"/>
            </a:xfrm>
            <a:custGeom>
              <a:avLst/>
              <a:gdLst/>
              <a:ahLst/>
              <a:cxnLst/>
              <a:rect l="l" t="t" r="r" b="b"/>
              <a:pathLst>
                <a:path w="558800" h="228600">
                  <a:moveTo>
                    <a:pt x="558800" y="114300"/>
                  </a:moveTo>
                  <a:lnTo>
                    <a:pt x="530401" y="64033"/>
                  </a:lnTo>
                  <a:lnTo>
                    <a:pt x="497418" y="42811"/>
                  </a:lnTo>
                  <a:lnTo>
                    <a:pt x="454150" y="25110"/>
                  </a:lnTo>
                  <a:lnTo>
                    <a:pt x="402272" y="11617"/>
                  </a:lnTo>
                  <a:lnTo>
                    <a:pt x="343463" y="3018"/>
                  </a:lnTo>
                  <a:lnTo>
                    <a:pt x="279400" y="0"/>
                  </a:lnTo>
                  <a:lnTo>
                    <a:pt x="215336" y="3018"/>
                  </a:lnTo>
                  <a:lnTo>
                    <a:pt x="156526" y="11617"/>
                  </a:lnTo>
                  <a:lnTo>
                    <a:pt x="104649" y="25110"/>
                  </a:lnTo>
                  <a:lnTo>
                    <a:pt x="61380" y="42811"/>
                  </a:lnTo>
                  <a:lnTo>
                    <a:pt x="28398" y="64033"/>
                  </a:lnTo>
                  <a:lnTo>
                    <a:pt x="0" y="114300"/>
                  </a:lnTo>
                  <a:lnTo>
                    <a:pt x="7379" y="140507"/>
                  </a:lnTo>
                  <a:lnTo>
                    <a:pt x="61380" y="185788"/>
                  </a:lnTo>
                  <a:lnTo>
                    <a:pt x="104649" y="203489"/>
                  </a:lnTo>
                  <a:lnTo>
                    <a:pt x="156526" y="216982"/>
                  </a:lnTo>
                  <a:lnTo>
                    <a:pt x="215336" y="225581"/>
                  </a:lnTo>
                  <a:lnTo>
                    <a:pt x="279400" y="228600"/>
                  </a:lnTo>
                  <a:lnTo>
                    <a:pt x="343463" y="225581"/>
                  </a:lnTo>
                  <a:lnTo>
                    <a:pt x="402272" y="216982"/>
                  </a:lnTo>
                  <a:lnTo>
                    <a:pt x="454150" y="203489"/>
                  </a:lnTo>
                  <a:lnTo>
                    <a:pt x="497418" y="185788"/>
                  </a:lnTo>
                  <a:lnTo>
                    <a:pt x="530401" y="164566"/>
                  </a:lnTo>
                  <a:lnTo>
                    <a:pt x="558800" y="114300"/>
                  </a:lnTo>
                </a:path>
              </a:pathLst>
            </a:custGeom>
            <a:ln w="20320">
              <a:solidFill>
                <a:srgbClr val="0A7285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20" name="object 120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31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5"/>
              </a:spcBef>
            </a:pPr>
            <a:r>
              <a:rPr b="0" dirty="0">
                <a:latin typeface="MS Gothic"/>
                <a:cs typeface="MS Gothic"/>
              </a:rPr>
              <a:t>●</a:t>
            </a:r>
            <a:r>
              <a:rPr b="0" spc="20" dirty="0">
                <a:latin typeface="Times New Roman"/>
                <a:cs typeface="Times New Roman"/>
              </a:rPr>
              <a:t> </a:t>
            </a:r>
            <a:r>
              <a:rPr dirty="0"/>
              <a:t>External </a:t>
            </a:r>
            <a:r>
              <a:rPr spc="-10" dirty="0"/>
              <a:t>Actor</a:t>
            </a:r>
          </a:p>
        </p:txBody>
      </p:sp>
      <p:sp>
        <p:nvSpPr>
          <p:cNvPr id="121" name="object 121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31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5"/>
              </a:spcBef>
            </a:pPr>
            <a:r>
              <a:rPr b="0" dirty="0">
                <a:latin typeface="MS Gothic"/>
                <a:cs typeface="MS Gothic"/>
              </a:rPr>
              <a:t>●</a:t>
            </a:r>
            <a:r>
              <a:rPr b="0" spc="5" dirty="0">
                <a:latin typeface="Times New Roman"/>
                <a:cs typeface="Times New Roman"/>
              </a:rPr>
              <a:t> </a:t>
            </a:r>
            <a:r>
              <a:rPr dirty="0"/>
              <a:t>Internal</a:t>
            </a:r>
            <a:r>
              <a:rPr spc="-15" dirty="0"/>
              <a:t> </a:t>
            </a:r>
            <a:r>
              <a:rPr spc="-10" dirty="0"/>
              <a:t>Actor</a:t>
            </a:r>
          </a:p>
        </p:txBody>
      </p:sp>
    </p:spTree>
  </p:cSld>
  <p:clrMapOvr>
    <a:masterClrMapping/>
  </p:clrMapOvr>
  <p:transition>
    <p:cut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328726" y="228600"/>
            <a:ext cx="180975" cy="193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100" b="1" spc="-25" dirty="0">
                <a:solidFill>
                  <a:srgbClr val="FFFFFF"/>
                </a:solidFill>
                <a:latin typeface="Arial"/>
                <a:cs typeface="Arial"/>
              </a:rPr>
              <a:t>03</a:t>
            </a:r>
            <a:endParaRPr sz="1100">
              <a:latin typeface="Arial"/>
              <a:cs typeface="Arial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825500" y="190500"/>
            <a:ext cx="2228850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b="1" dirty="0">
                <a:solidFill>
                  <a:srgbClr val="FFFFFF"/>
                </a:solidFill>
                <a:latin typeface="Arial"/>
                <a:cs typeface="Arial"/>
              </a:rPr>
              <a:t>Product</a:t>
            </a:r>
            <a:r>
              <a:rPr sz="1400" b="1" spc="-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400" b="1" dirty="0">
                <a:solidFill>
                  <a:srgbClr val="FFFFFF"/>
                </a:solidFill>
                <a:latin typeface="Arial"/>
                <a:cs typeface="Arial"/>
              </a:rPr>
              <a:t>Catalog</a:t>
            </a:r>
            <a:r>
              <a:rPr sz="1400" b="1" spc="-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400" b="1" dirty="0">
                <a:solidFill>
                  <a:srgbClr val="FFFFFF"/>
                </a:solidFill>
                <a:latin typeface="Arial"/>
                <a:cs typeface="Arial"/>
              </a:rPr>
              <a:t>&amp;</a:t>
            </a:r>
            <a:r>
              <a:rPr sz="1400" b="1" spc="-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400" b="1" spc="-10" dirty="0">
                <a:solidFill>
                  <a:srgbClr val="FFFFFF"/>
                </a:solidFill>
                <a:latin typeface="Arial"/>
                <a:cs typeface="Arial"/>
              </a:rPr>
              <a:t>Pricing</a:t>
            </a:r>
            <a:endParaRPr sz="1400">
              <a:latin typeface="Arial"/>
              <a:cs typeface="Arial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6807828" y="258054"/>
            <a:ext cx="3750803" cy="289823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>
                <a:solidFill>
                  <a:srgbClr val="8AB8CC"/>
                </a:solidFill>
                <a:latin typeface="Arial MT"/>
                <a:cs typeface="Arial MT"/>
              </a:rPr>
              <a:t>BulkCart</a:t>
            </a:r>
            <a:r>
              <a:rPr spc="210" dirty="0">
                <a:solidFill>
                  <a:srgbClr val="8AB8CC"/>
                </a:solidFill>
                <a:latin typeface="Arial MT"/>
                <a:cs typeface="Arial MT"/>
              </a:rPr>
              <a:t> </a:t>
            </a:r>
            <a:r>
              <a:rPr dirty="0">
                <a:solidFill>
                  <a:srgbClr val="8AB8CC"/>
                </a:solidFill>
                <a:latin typeface="Arial MT"/>
                <a:cs typeface="Arial MT"/>
              </a:rPr>
              <a:t>·</a:t>
            </a:r>
            <a:r>
              <a:rPr spc="210" dirty="0">
                <a:solidFill>
                  <a:srgbClr val="8AB8CC"/>
                </a:solidFill>
                <a:latin typeface="Arial MT"/>
                <a:cs typeface="Arial MT"/>
              </a:rPr>
              <a:t> </a:t>
            </a:r>
            <a:r>
              <a:rPr dirty="0">
                <a:solidFill>
                  <a:srgbClr val="8AB8CC"/>
                </a:solidFill>
                <a:latin typeface="Arial MT"/>
                <a:cs typeface="Arial MT"/>
              </a:rPr>
              <a:t>UML</a:t>
            </a:r>
            <a:r>
              <a:rPr spc="-15" dirty="0">
                <a:solidFill>
                  <a:srgbClr val="8AB8CC"/>
                </a:solidFill>
                <a:latin typeface="Arial MT"/>
                <a:cs typeface="Arial MT"/>
              </a:rPr>
              <a:t> </a:t>
            </a:r>
            <a:r>
              <a:rPr dirty="0">
                <a:solidFill>
                  <a:srgbClr val="8AB8CC"/>
                </a:solidFill>
                <a:latin typeface="Arial MT"/>
                <a:cs typeface="Arial MT"/>
              </a:rPr>
              <a:t>Use</a:t>
            </a:r>
            <a:r>
              <a:rPr spc="-10" dirty="0">
                <a:solidFill>
                  <a:srgbClr val="8AB8CC"/>
                </a:solidFill>
                <a:latin typeface="Arial MT"/>
                <a:cs typeface="Arial MT"/>
              </a:rPr>
              <a:t> </a:t>
            </a:r>
            <a:r>
              <a:rPr dirty="0">
                <a:solidFill>
                  <a:srgbClr val="8AB8CC"/>
                </a:solidFill>
                <a:latin typeface="Arial MT"/>
                <a:cs typeface="Arial MT"/>
              </a:rPr>
              <a:t>Case</a:t>
            </a:r>
            <a:r>
              <a:rPr spc="-15" dirty="0">
                <a:solidFill>
                  <a:srgbClr val="8AB8CC"/>
                </a:solidFill>
                <a:latin typeface="Arial MT"/>
                <a:cs typeface="Arial MT"/>
              </a:rPr>
              <a:t> </a:t>
            </a:r>
            <a:r>
              <a:rPr spc="-10" dirty="0">
                <a:solidFill>
                  <a:srgbClr val="8AB8CC"/>
                </a:solidFill>
                <a:latin typeface="Arial MT"/>
                <a:cs typeface="Arial MT"/>
              </a:rPr>
              <a:t>Diagram</a:t>
            </a:r>
            <a:endParaRPr dirty="0">
              <a:latin typeface="Arial MT"/>
              <a:cs typeface="Arial MT"/>
            </a:endParaRPr>
          </a:p>
        </p:txBody>
      </p:sp>
      <p:grpSp>
        <p:nvGrpSpPr>
          <p:cNvPr id="5" name="object 5"/>
          <p:cNvGrpSpPr/>
          <p:nvPr/>
        </p:nvGrpSpPr>
        <p:grpSpPr>
          <a:xfrm>
            <a:off x="1960879" y="728979"/>
            <a:ext cx="6770370" cy="6178550"/>
            <a:chOff x="1960879" y="728979"/>
            <a:chExt cx="6770370" cy="6178550"/>
          </a:xfrm>
        </p:grpSpPr>
        <p:sp>
          <p:nvSpPr>
            <p:cNvPr id="6" name="object 6"/>
            <p:cNvSpPr/>
            <p:nvPr/>
          </p:nvSpPr>
          <p:spPr>
            <a:xfrm>
              <a:off x="1968499" y="736599"/>
              <a:ext cx="6755130" cy="6163310"/>
            </a:xfrm>
            <a:custGeom>
              <a:avLst/>
              <a:gdLst/>
              <a:ahLst/>
              <a:cxnLst/>
              <a:rect l="l" t="t" r="r" b="b"/>
              <a:pathLst>
                <a:path w="6755130" h="6163309">
                  <a:moveTo>
                    <a:pt x="6755000" y="0"/>
                  </a:moveTo>
                  <a:lnTo>
                    <a:pt x="0" y="0"/>
                  </a:lnTo>
                  <a:lnTo>
                    <a:pt x="0" y="6163000"/>
                  </a:lnTo>
                  <a:lnTo>
                    <a:pt x="6755000" y="6163000"/>
                  </a:lnTo>
                  <a:lnTo>
                    <a:pt x="6755000" y="0"/>
                  </a:lnTo>
                  <a:close/>
                </a:path>
              </a:pathLst>
            </a:custGeom>
            <a:solidFill>
              <a:srgbClr val="E8F4F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1968499" y="736599"/>
              <a:ext cx="6755130" cy="6163310"/>
            </a:xfrm>
            <a:custGeom>
              <a:avLst/>
              <a:gdLst/>
              <a:ahLst/>
              <a:cxnLst/>
              <a:rect l="l" t="t" r="r" b="b"/>
              <a:pathLst>
                <a:path w="6755130" h="6163309">
                  <a:moveTo>
                    <a:pt x="0" y="6163000"/>
                  </a:moveTo>
                  <a:lnTo>
                    <a:pt x="6755000" y="6163000"/>
                  </a:lnTo>
                  <a:lnTo>
                    <a:pt x="6755000" y="0"/>
                  </a:lnTo>
                  <a:lnTo>
                    <a:pt x="0" y="0"/>
                  </a:lnTo>
                  <a:lnTo>
                    <a:pt x="0" y="6163000"/>
                  </a:lnTo>
                  <a:close/>
                </a:path>
              </a:pathLst>
            </a:custGeom>
            <a:ln w="15240">
              <a:solidFill>
                <a:srgbClr val="8AAFC3"/>
              </a:solidFill>
              <a:prstDash val="sys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9" name="object 9"/>
          <p:cNvGrpSpPr/>
          <p:nvPr/>
        </p:nvGrpSpPr>
        <p:grpSpPr>
          <a:xfrm>
            <a:off x="725169" y="1230629"/>
            <a:ext cx="6184265" cy="3630929"/>
            <a:chOff x="725169" y="1230629"/>
            <a:chExt cx="6184265" cy="3630929"/>
          </a:xfrm>
        </p:grpSpPr>
        <p:sp>
          <p:nvSpPr>
            <p:cNvPr id="10" name="object 10"/>
            <p:cNvSpPr/>
            <p:nvPr/>
          </p:nvSpPr>
          <p:spPr>
            <a:xfrm>
              <a:off x="3796600" y="1244599"/>
              <a:ext cx="3098800" cy="558800"/>
            </a:xfrm>
            <a:custGeom>
              <a:avLst/>
              <a:gdLst/>
              <a:ahLst/>
              <a:cxnLst/>
              <a:rect l="l" t="t" r="r" b="b"/>
              <a:pathLst>
                <a:path w="3098800" h="558800">
                  <a:moveTo>
                    <a:pt x="1549400" y="0"/>
                  </a:moveTo>
                  <a:lnTo>
                    <a:pt x="1474330" y="322"/>
                  </a:lnTo>
                  <a:lnTo>
                    <a:pt x="1400182" y="1279"/>
                  </a:lnTo>
                  <a:lnTo>
                    <a:pt x="1327037" y="2855"/>
                  </a:lnTo>
                  <a:lnTo>
                    <a:pt x="1254977" y="5037"/>
                  </a:lnTo>
                  <a:lnTo>
                    <a:pt x="1184083" y="7810"/>
                  </a:lnTo>
                  <a:lnTo>
                    <a:pt x="1114435" y="11159"/>
                  </a:lnTo>
                  <a:lnTo>
                    <a:pt x="1046115" y="15070"/>
                  </a:lnTo>
                  <a:lnTo>
                    <a:pt x="979204" y="19527"/>
                  </a:lnTo>
                  <a:lnTo>
                    <a:pt x="913784" y="24516"/>
                  </a:lnTo>
                  <a:lnTo>
                    <a:pt x="849935" y="30023"/>
                  </a:lnTo>
                  <a:lnTo>
                    <a:pt x="787738" y="36033"/>
                  </a:lnTo>
                  <a:lnTo>
                    <a:pt x="727275" y="42531"/>
                  </a:lnTo>
                  <a:lnTo>
                    <a:pt x="668627" y="49503"/>
                  </a:lnTo>
                  <a:lnTo>
                    <a:pt x="611876" y="56934"/>
                  </a:lnTo>
                  <a:lnTo>
                    <a:pt x="557101" y="64809"/>
                  </a:lnTo>
                  <a:lnTo>
                    <a:pt x="504385" y="73114"/>
                  </a:lnTo>
                  <a:lnTo>
                    <a:pt x="453808" y="81834"/>
                  </a:lnTo>
                  <a:lnTo>
                    <a:pt x="405452" y="90954"/>
                  </a:lnTo>
                  <a:lnTo>
                    <a:pt x="359398" y="100460"/>
                  </a:lnTo>
                  <a:lnTo>
                    <a:pt x="315727" y="110338"/>
                  </a:lnTo>
                  <a:lnTo>
                    <a:pt x="274520" y="120572"/>
                  </a:lnTo>
                  <a:lnTo>
                    <a:pt x="235858" y="131147"/>
                  </a:lnTo>
                  <a:lnTo>
                    <a:pt x="166496" y="153266"/>
                  </a:lnTo>
                  <a:lnTo>
                    <a:pt x="108288" y="176577"/>
                  </a:lnTo>
                  <a:lnTo>
                    <a:pt x="61886" y="200963"/>
                  </a:lnTo>
                  <a:lnTo>
                    <a:pt x="27937" y="226307"/>
                  </a:lnTo>
                  <a:lnTo>
                    <a:pt x="1786" y="265862"/>
                  </a:lnTo>
                  <a:lnTo>
                    <a:pt x="0" y="279400"/>
                  </a:lnTo>
                  <a:lnTo>
                    <a:pt x="1786" y="292937"/>
                  </a:lnTo>
                  <a:lnTo>
                    <a:pt x="27937" y="332492"/>
                  </a:lnTo>
                  <a:lnTo>
                    <a:pt x="61886" y="357836"/>
                  </a:lnTo>
                  <a:lnTo>
                    <a:pt x="108288" y="382222"/>
                  </a:lnTo>
                  <a:lnTo>
                    <a:pt x="166496" y="405533"/>
                  </a:lnTo>
                  <a:lnTo>
                    <a:pt x="235858" y="427652"/>
                  </a:lnTo>
                  <a:lnTo>
                    <a:pt x="274520" y="438227"/>
                  </a:lnTo>
                  <a:lnTo>
                    <a:pt x="315727" y="448461"/>
                  </a:lnTo>
                  <a:lnTo>
                    <a:pt x="359398" y="458339"/>
                  </a:lnTo>
                  <a:lnTo>
                    <a:pt x="405452" y="467845"/>
                  </a:lnTo>
                  <a:lnTo>
                    <a:pt x="453808" y="476965"/>
                  </a:lnTo>
                  <a:lnTo>
                    <a:pt x="504385" y="485685"/>
                  </a:lnTo>
                  <a:lnTo>
                    <a:pt x="557101" y="493990"/>
                  </a:lnTo>
                  <a:lnTo>
                    <a:pt x="611876" y="501865"/>
                  </a:lnTo>
                  <a:lnTo>
                    <a:pt x="668627" y="509296"/>
                  </a:lnTo>
                  <a:lnTo>
                    <a:pt x="727275" y="516268"/>
                  </a:lnTo>
                  <a:lnTo>
                    <a:pt x="787738" y="522766"/>
                  </a:lnTo>
                  <a:lnTo>
                    <a:pt x="849935" y="528776"/>
                  </a:lnTo>
                  <a:lnTo>
                    <a:pt x="913784" y="534283"/>
                  </a:lnTo>
                  <a:lnTo>
                    <a:pt x="979204" y="539272"/>
                  </a:lnTo>
                  <a:lnTo>
                    <a:pt x="1046115" y="543729"/>
                  </a:lnTo>
                  <a:lnTo>
                    <a:pt x="1114435" y="547640"/>
                  </a:lnTo>
                  <a:lnTo>
                    <a:pt x="1184083" y="550989"/>
                  </a:lnTo>
                  <a:lnTo>
                    <a:pt x="1254977" y="553762"/>
                  </a:lnTo>
                  <a:lnTo>
                    <a:pt x="1327037" y="555944"/>
                  </a:lnTo>
                  <a:lnTo>
                    <a:pt x="1400182" y="557520"/>
                  </a:lnTo>
                  <a:lnTo>
                    <a:pt x="1474330" y="558477"/>
                  </a:lnTo>
                  <a:lnTo>
                    <a:pt x="1549400" y="558800"/>
                  </a:lnTo>
                  <a:lnTo>
                    <a:pt x="1624469" y="558477"/>
                  </a:lnTo>
                  <a:lnTo>
                    <a:pt x="1698617" y="557520"/>
                  </a:lnTo>
                  <a:lnTo>
                    <a:pt x="1771761" y="555944"/>
                  </a:lnTo>
                  <a:lnTo>
                    <a:pt x="1843821" y="553762"/>
                  </a:lnTo>
                  <a:lnTo>
                    <a:pt x="1914716" y="550989"/>
                  </a:lnTo>
                  <a:lnTo>
                    <a:pt x="1984364" y="547640"/>
                  </a:lnTo>
                  <a:lnTo>
                    <a:pt x="2052683" y="543729"/>
                  </a:lnTo>
                  <a:lnTo>
                    <a:pt x="2119594" y="539272"/>
                  </a:lnTo>
                  <a:lnTo>
                    <a:pt x="2185015" y="534283"/>
                  </a:lnTo>
                  <a:lnTo>
                    <a:pt x="2248864" y="528776"/>
                  </a:lnTo>
                  <a:lnTo>
                    <a:pt x="2311060" y="522766"/>
                  </a:lnTo>
                  <a:lnTo>
                    <a:pt x="2371523" y="516268"/>
                  </a:lnTo>
                  <a:lnTo>
                    <a:pt x="2430171" y="509296"/>
                  </a:lnTo>
                  <a:lnTo>
                    <a:pt x="2486923" y="501865"/>
                  </a:lnTo>
                  <a:lnTo>
                    <a:pt x="2541698" y="493990"/>
                  </a:lnTo>
                  <a:lnTo>
                    <a:pt x="2594414" y="485685"/>
                  </a:lnTo>
                  <a:lnTo>
                    <a:pt x="2644991" y="476965"/>
                  </a:lnTo>
                  <a:lnTo>
                    <a:pt x="2693347" y="467845"/>
                  </a:lnTo>
                  <a:lnTo>
                    <a:pt x="2739401" y="458339"/>
                  </a:lnTo>
                  <a:lnTo>
                    <a:pt x="2783072" y="448461"/>
                  </a:lnTo>
                  <a:lnTo>
                    <a:pt x="2824279" y="438227"/>
                  </a:lnTo>
                  <a:lnTo>
                    <a:pt x="2862941" y="427652"/>
                  </a:lnTo>
                  <a:lnTo>
                    <a:pt x="2932303" y="405533"/>
                  </a:lnTo>
                  <a:lnTo>
                    <a:pt x="2990510" y="382222"/>
                  </a:lnTo>
                  <a:lnTo>
                    <a:pt x="3036913" y="357836"/>
                  </a:lnTo>
                  <a:lnTo>
                    <a:pt x="3070861" y="332492"/>
                  </a:lnTo>
                  <a:lnTo>
                    <a:pt x="3097013" y="292937"/>
                  </a:lnTo>
                  <a:lnTo>
                    <a:pt x="3098799" y="279400"/>
                  </a:lnTo>
                  <a:lnTo>
                    <a:pt x="3097013" y="265862"/>
                  </a:lnTo>
                  <a:lnTo>
                    <a:pt x="3070861" y="226307"/>
                  </a:lnTo>
                  <a:lnTo>
                    <a:pt x="3036913" y="200963"/>
                  </a:lnTo>
                  <a:lnTo>
                    <a:pt x="2990510" y="176577"/>
                  </a:lnTo>
                  <a:lnTo>
                    <a:pt x="2932303" y="153266"/>
                  </a:lnTo>
                  <a:lnTo>
                    <a:pt x="2862941" y="131147"/>
                  </a:lnTo>
                  <a:lnTo>
                    <a:pt x="2824279" y="120572"/>
                  </a:lnTo>
                  <a:lnTo>
                    <a:pt x="2783072" y="110338"/>
                  </a:lnTo>
                  <a:lnTo>
                    <a:pt x="2739401" y="100460"/>
                  </a:lnTo>
                  <a:lnTo>
                    <a:pt x="2693347" y="90954"/>
                  </a:lnTo>
                  <a:lnTo>
                    <a:pt x="2644991" y="81834"/>
                  </a:lnTo>
                  <a:lnTo>
                    <a:pt x="2594414" y="73114"/>
                  </a:lnTo>
                  <a:lnTo>
                    <a:pt x="2541698" y="64809"/>
                  </a:lnTo>
                  <a:lnTo>
                    <a:pt x="2486923" y="56934"/>
                  </a:lnTo>
                  <a:lnTo>
                    <a:pt x="2430171" y="49503"/>
                  </a:lnTo>
                  <a:lnTo>
                    <a:pt x="2371523" y="42531"/>
                  </a:lnTo>
                  <a:lnTo>
                    <a:pt x="2311060" y="36033"/>
                  </a:lnTo>
                  <a:lnTo>
                    <a:pt x="2248864" y="30023"/>
                  </a:lnTo>
                  <a:lnTo>
                    <a:pt x="2185015" y="24516"/>
                  </a:lnTo>
                  <a:lnTo>
                    <a:pt x="2119594" y="19527"/>
                  </a:lnTo>
                  <a:lnTo>
                    <a:pt x="2052683" y="15070"/>
                  </a:lnTo>
                  <a:lnTo>
                    <a:pt x="1984364" y="11159"/>
                  </a:lnTo>
                  <a:lnTo>
                    <a:pt x="1914716" y="7810"/>
                  </a:lnTo>
                  <a:lnTo>
                    <a:pt x="1843821" y="5037"/>
                  </a:lnTo>
                  <a:lnTo>
                    <a:pt x="1771761" y="2855"/>
                  </a:lnTo>
                  <a:lnTo>
                    <a:pt x="1698617" y="1279"/>
                  </a:lnTo>
                  <a:lnTo>
                    <a:pt x="1624469" y="322"/>
                  </a:lnTo>
                  <a:lnTo>
                    <a:pt x="1549400" y="0"/>
                  </a:lnTo>
                  <a:close/>
                </a:path>
              </a:pathLst>
            </a:custGeom>
            <a:solidFill>
              <a:srgbClr val="FFF2C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3796600" y="1244599"/>
              <a:ext cx="3098800" cy="558800"/>
            </a:xfrm>
            <a:custGeom>
              <a:avLst/>
              <a:gdLst/>
              <a:ahLst/>
              <a:cxnLst/>
              <a:rect l="l" t="t" r="r" b="b"/>
              <a:pathLst>
                <a:path w="3098800" h="558800">
                  <a:moveTo>
                    <a:pt x="3098799" y="279400"/>
                  </a:moveTo>
                  <a:lnTo>
                    <a:pt x="3082963" y="239301"/>
                  </a:lnTo>
                  <a:lnTo>
                    <a:pt x="3036913" y="200963"/>
                  </a:lnTo>
                  <a:lnTo>
                    <a:pt x="2990510" y="176577"/>
                  </a:lnTo>
                  <a:lnTo>
                    <a:pt x="2932303" y="153266"/>
                  </a:lnTo>
                  <a:lnTo>
                    <a:pt x="2862941" y="131147"/>
                  </a:lnTo>
                  <a:lnTo>
                    <a:pt x="2824279" y="120572"/>
                  </a:lnTo>
                  <a:lnTo>
                    <a:pt x="2783072" y="110338"/>
                  </a:lnTo>
                  <a:lnTo>
                    <a:pt x="2739401" y="100460"/>
                  </a:lnTo>
                  <a:lnTo>
                    <a:pt x="2693347" y="90954"/>
                  </a:lnTo>
                  <a:lnTo>
                    <a:pt x="2644991" y="81834"/>
                  </a:lnTo>
                  <a:lnTo>
                    <a:pt x="2594414" y="73114"/>
                  </a:lnTo>
                  <a:lnTo>
                    <a:pt x="2541698" y="64809"/>
                  </a:lnTo>
                  <a:lnTo>
                    <a:pt x="2486923" y="56934"/>
                  </a:lnTo>
                  <a:lnTo>
                    <a:pt x="2430171" y="49503"/>
                  </a:lnTo>
                  <a:lnTo>
                    <a:pt x="2371523" y="42531"/>
                  </a:lnTo>
                  <a:lnTo>
                    <a:pt x="2311060" y="36033"/>
                  </a:lnTo>
                  <a:lnTo>
                    <a:pt x="2248864" y="30023"/>
                  </a:lnTo>
                  <a:lnTo>
                    <a:pt x="2185015" y="24516"/>
                  </a:lnTo>
                  <a:lnTo>
                    <a:pt x="2119594" y="19527"/>
                  </a:lnTo>
                  <a:lnTo>
                    <a:pt x="2052683" y="15070"/>
                  </a:lnTo>
                  <a:lnTo>
                    <a:pt x="1984364" y="11159"/>
                  </a:lnTo>
                  <a:lnTo>
                    <a:pt x="1914716" y="7810"/>
                  </a:lnTo>
                  <a:lnTo>
                    <a:pt x="1843821" y="5037"/>
                  </a:lnTo>
                  <a:lnTo>
                    <a:pt x="1771761" y="2855"/>
                  </a:lnTo>
                  <a:lnTo>
                    <a:pt x="1698617" y="1279"/>
                  </a:lnTo>
                  <a:lnTo>
                    <a:pt x="1624469" y="322"/>
                  </a:lnTo>
                  <a:lnTo>
                    <a:pt x="1549400" y="0"/>
                  </a:lnTo>
                  <a:lnTo>
                    <a:pt x="1474330" y="322"/>
                  </a:lnTo>
                  <a:lnTo>
                    <a:pt x="1400182" y="1279"/>
                  </a:lnTo>
                  <a:lnTo>
                    <a:pt x="1327037" y="2855"/>
                  </a:lnTo>
                  <a:lnTo>
                    <a:pt x="1254977" y="5037"/>
                  </a:lnTo>
                  <a:lnTo>
                    <a:pt x="1184083" y="7810"/>
                  </a:lnTo>
                  <a:lnTo>
                    <a:pt x="1114435" y="11159"/>
                  </a:lnTo>
                  <a:lnTo>
                    <a:pt x="1046115" y="15070"/>
                  </a:lnTo>
                  <a:lnTo>
                    <a:pt x="979204" y="19527"/>
                  </a:lnTo>
                  <a:lnTo>
                    <a:pt x="913784" y="24516"/>
                  </a:lnTo>
                  <a:lnTo>
                    <a:pt x="849935" y="30023"/>
                  </a:lnTo>
                  <a:lnTo>
                    <a:pt x="787738" y="36033"/>
                  </a:lnTo>
                  <a:lnTo>
                    <a:pt x="727275" y="42531"/>
                  </a:lnTo>
                  <a:lnTo>
                    <a:pt x="668627" y="49503"/>
                  </a:lnTo>
                  <a:lnTo>
                    <a:pt x="611876" y="56934"/>
                  </a:lnTo>
                  <a:lnTo>
                    <a:pt x="557101" y="64809"/>
                  </a:lnTo>
                  <a:lnTo>
                    <a:pt x="504385" y="73114"/>
                  </a:lnTo>
                  <a:lnTo>
                    <a:pt x="453808" y="81834"/>
                  </a:lnTo>
                  <a:lnTo>
                    <a:pt x="405452" y="90954"/>
                  </a:lnTo>
                  <a:lnTo>
                    <a:pt x="359398" y="100460"/>
                  </a:lnTo>
                  <a:lnTo>
                    <a:pt x="315727" y="110338"/>
                  </a:lnTo>
                  <a:lnTo>
                    <a:pt x="274520" y="120572"/>
                  </a:lnTo>
                  <a:lnTo>
                    <a:pt x="235858" y="131147"/>
                  </a:lnTo>
                  <a:lnTo>
                    <a:pt x="166496" y="153266"/>
                  </a:lnTo>
                  <a:lnTo>
                    <a:pt x="108288" y="176577"/>
                  </a:lnTo>
                  <a:lnTo>
                    <a:pt x="61886" y="200963"/>
                  </a:lnTo>
                  <a:lnTo>
                    <a:pt x="27937" y="226307"/>
                  </a:lnTo>
                  <a:lnTo>
                    <a:pt x="1786" y="265862"/>
                  </a:lnTo>
                  <a:lnTo>
                    <a:pt x="0" y="279400"/>
                  </a:lnTo>
                  <a:lnTo>
                    <a:pt x="1786" y="292937"/>
                  </a:lnTo>
                  <a:lnTo>
                    <a:pt x="27937" y="332492"/>
                  </a:lnTo>
                  <a:lnTo>
                    <a:pt x="61886" y="357836"/>
                  </a:lnTo>
                  <a:lnTo>
                    <a:pt x="108288" y="382222"/>
                  </a:lnTo>
                  <a:lnTo>
                    <a:pt x="166496" y="405533"/>
                  </a:lnTo>
                  <a:lnTo>
                    <a:pt x="235858" y="427652"/>
                  </a:lnTo>
                  <a:lnTo>
                    <a:pt x="274520" y="438227"/>
                  </a:lnTo>
                  <a:lnTo>
                    <a:pt x="315727" y="448461"/>
                  </a:lnTo>
                  <a:lnTo>
                    <a:pt x="359398" y="458339"/>
                  </a:lnTo>
                  <a:lnTo>
                    <a:pt x="405452" y="467845"/>
                  </a:lnTo>
                  <a:lnTo>
                    <a:pt x="453808" y="476965"/>
                  </a:lnTo>
                  <a:lnTo>
                    <a:pt x="504385" y="485685"/>
                  </a:lnTo>
                  <a:lnTo>
                    <a:pt x="557101" y="493990"/>
                  </a:lnTo>
                  <a:lnTo>
                    <a:pt x="611876" y="501865"/>
                  </a:lnTo>
                  <a:lnTo>
                    <a:pt x="668627" y="509296"/>
                  </a:lnTo>
                  <a:lnTo>
                    <a:pt x="727275" y="516268"/>
                  </a:lnTo>
                  <a:lnTo>
                    <a:pt x="787738" y="522766"/>
                  </a:lnTo>
                  <a:lnTo>
                    <a:pt x="849935" y="528776"/>
                  </a:lnTo>
                  <a:lnTo>
                    <a:pt x="913784" y="534283"/>
                  </a:lnTo>
                  <a:lnTo>
                    <a:pt x="979204" y="539272"/>
                  </a:lnTo>
                  <a:lnTo>
                    <a:pt x="1046115" y="543729"/>
                  </a:lnTo>
                  <a:lnTo>
                    <a:pt x="1114435" y="547640"/>
                  </a:lnTo>
                  <a:lnTo>
                    <a:pt x="1184083" y="550989"/>
                  </a:lnTo>
                  <a:lnTo>
                    <a:pt x="1254977" y="553762"/>
                  </a:lnTo>
                  <a:lnTo>
                    <a:pt x="1327037" y="555944"/>
                  </a:lnTo>
                  <a:lnTo>
                    <a:pt x="1400182" y="557520"/>
                  </a:lnTo>
                  <a:lnTo>
                    <a:pt x="1474330" y="558477"/>
                  </a:lnTo>
                  <a:lnTo>
                    <a:pt x="1549400" y="558800"/>
                  </a:lnTo>
                  <a:lnTo>
                    <a:pt x="1624469" y="558477"/>
                  </a:lnTo>
                  <a:lnTo>
                    <a:pt x="1698617" y="557520"/>
                  </a:lnTo>
                  <a:lnTo>
                    <a:pt x="1771761" y="555944"/>
                  </a:lnTo>
                  <a:lnTo>
                    <a:pt x="1843821" y="553762"/>
                  </a:lnTo>
                  <a:lnTo>
                    <a:pt x="1914716" y="550989"/>
                  </a:lnTo>
                  <a:lnTo>
                    <a:pt x="1984364" y="547640"/>
                  </a:lnTo>
                  <a:lnTo>
                    <a:pt x="2052683" y="543729"/>
                  </a:lnTo>
                  <a:lnTo>
                    <a:pt x="2119594" y="539272"/>
                  </a:lnTo>
                  <a:lnTo>
                    <a:pt x="2185015" y="534283"/>
                  </a:lnTo>
                  <a:lnTo>
                    <a:pt x="2248864" y="528776"/>
                  </a:lnTo>
                  <a:lnTo>
                    <a:pt x="2311060" y="522766"/>
                  </a:lnTo>
                  <a:lnTo>
                    <a:pt x="2371523" y="516268"/>
                  </a:lnTo>
                  <a:lnTo>
                    <a:pt x="2430171" y="509296"/>
                  </a:lnTo>
                  <a:lnTo>
                    <a:pt x="2486923" y="501865"/>
                  </a:lnTo>
                  <a:lnTo>
                    <a:pt x="2541698" y="493990"/>
                  </a:lnTo>
                  <a:lnTo>
                    <a:pt x="2594414" y="485685"/>
                  </a:lnTo>
                  <a:lnTo>
                    <a:pt x="2644991" y="476965"/>
                  </a:lnTo>
                  <a:lnTo>
                    <a:pt x="2693347" y="467845"/>
                  </a:lnTo>
                  <a:lnTo>
                    <a:pt x="2739401" y="458339"/>
                  </a:lnTo>
                  <a:lnTo>
                    <a:pt x="2783072" y="448461"/>
                  </a:lnTo>
                  <a:lnTo>
                    <a:pt x="2824279" y="438227"/>
                  </a:lnTo>
                  <a:lnTo>
                    <a:pt x="2862941" y="427652"/>
                  </a:lnTo>
                  <a:lnTo>
                    <a:pt x="2932303" y="405533"/>
                  </a:lnTo>
                  <a:lnTo>
                    <a:pt x="2990510" y="382222"/>
                  </a:lnTo>
                  <a:lnTo>
                    <a:pt x="3036913" y="357836"/>
                  </a:lnTo>
                  <a:lnTo>
                    <a:pt x="3070861" y="332492"/>
                  </a:lnTo>
                  <a:lnTo>
                    <a:pt x="3097013" y="292937"/>
                  </a:lnTo>
                  <a:lnTo>
                    <a:pt x="3098799" y="279400"/>
                  </a:lnTo>
                </a:path>
              </a:pathLst>
            </a:custGeom>
            <a:ln w="27940">
              <a:solidFill>
                <a:srgbClr val="E695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3796600" y="2006599"/>
              <a:ext cx="3098800" cy="558800"/>
            </a:xfrm>
            <a:custGeom>
              <a:avLst/>
              <a:gdLst/>
              <a:ahLst/>
              <a:cxnLst/>
              <a:rect l="l" t="t" r="r" b="b"/>
              <a:pathLst>
                <a:path w="3098800" h="558800">
                  <a:moveTo>
                    <a:pt x="1549400" y="0"/>
                  </a:moveTo>
                  <a:lnTo>
                    <a:pt x="1474330" y="322"/>
                  </a:lnTo>
                  <a:lnTo>
                    <a:pt x="1400182" y="1279"/>
                  </a:lnTo>
                  <a:lnTo>
                    <a:pt x="1327037" y="2855"/>
                  </a:lnTo>
                  <a:lnTo>
                    <a:pt x="1254977" y="5037"/>
                  </a:lnTo>
                  <a:lnTo>
                    <a:pt x="1184083" y="7810"/>
                  </a:lnTo>
                  <a:lnTo>
                    <a:pt x="1114435" y="11159"/>
                  </a:lnTo>
                  <a:lnTo>
                    <a:pt x="1046115" y="15070"/>
                  </a:lnTo>
                  <a:lnTo>
                    <a:pt x="979204" y="19527"/>
                  </a:lnTo>
                  <a:lnTo>
                    <a:pt x="913784" y="24516"/>
                  </a:lnTo>
                  <a:lnTo>
                    <a:pt x="849935" y="30023"/>
                  </a:lnTo>
                  <a:lnTo>
                    <a:pt x="787738" y="36033"/>
                  </a:lnTo>
                  <a:lnTo>
                    <a:pt x="727275" y="42531"/>
                  </a:lnTo>
                  <a:lnTo>
                    <a:pt x="668627" y="49503"/>
                  </a:lnTo>
                  <a:lnTo>
                    <a:pt x="611876" y="56934"/>
                  </a:lnTo>
                  <a:lnTo>
                    <a:pt x="557101" y="64809"/>
                  </a:lnTo>
                  <a:lnTo>
                    <a:pt x="504385" y="73114"/>
                  </a:lnTo>
                  <a:lnTo>
                    <a:pt x="453808" y="81834"/>
                  </a:lnTo>
                  <a:lnTo>
                    <a:pt x="405452" y="90954"/>
                  </a:lnTo>
                  <a:lnTo>
                    <a:pt x="359398" y="100460"/>
                  </a:lnTo>
                  <a:lnTo>
                    <a:pt x="315727" y="110338"/>
                  </a:lnTo>
                  <a:lnTo>
                    <a:pt x="274520" y="120572"/>
                  </a:lnTo>
                  <a:lnTo>
                    <a:pt x="235858" y="131147"/>
                  </a:lnTo>
                  <a:lnTo>
                    <a:pt x="166496" y="153266"/>
                  </a:lnTo>
                  <a:lnTo>
                    <a:pt x="108288" y="176577"/>
                  </a:lnTo>
                  <a:lnTo>
                    <a:pt x="61886" y="200963"/>
                  </a:lnTo>
                  <a:lnTo>
                    <a:pt x="27937" y="226307"/>
                  </a:lnTo>
                  <a:lnTo>
                    <a:pt x="1786" y="265862"/>
                  </a:lnTo>
                  <a:lnTo>
                    <a:pt x="0" y="279400"/>
                  </a:lnTo>
                  <a:lnTo>
                    <a:pt x="1786" y="292937"/>
                  </a:lnTo>
                  <a:lnTo>
                    <a:pt x="27937" y="332492"/>
                  </a:lnTo>
                  <a:lnTo>
                    <a:pt x="61886" y="357836"/>
                  </a:lnTo>
                  <a:lnTo>
                    <a:pt x="108288" y="382222"/>
                  </a:lnTo>
                  <a:lnTo>
                    <a:pt x="166496" y="405533"/>
                  </a:lnTo>
                  <a:lnTo>
                    <a:pt x="235858" y="427652"/>
                  </a:lnTo>
                  <a:lnTo>
                    <a:pt x="274520" y="438227"/>
                  </a:lnTo>
                  <a:lnTo>
                    <a:pt x="315727" y="448461"/>
                  </a:lnTo>
                  <a:lnTo>
                    <a:pt x="359398" y="458339"/>
                  </a:lnTo>
                  <a:lnTo>
                    <a:pt x="405452" y="467845"/>
                  </a:lnTo>
                  <a:lnTo>
                    <a:pt x="453808" y="476965"/>
                  </a:lnTo>
                  <a:lnTo>
                    <a:pt x="504385" y="485685"/>
                  </a:lnTo>
                  <a:lnTo>
                    <a:pt x="557101" y="493990"/>
                  </a:lnTo>
                  <a:lnTo>
                    <a:pt x="611876" y="501865"/>
                  </a:lnTo>
                  <a:lnTo>
                    <a:pt x="668627" y="509296"/>
                  </a:lnTo>
                  <a:lnTo>
                    <a:pt x="727275" y="516268"/>
                  </a:lnTo>
                  <a:lnTo>
                    <a:pt x="787738" y="522766"/>
                  </a:lnTo>
                  <a:lnTo>
                    <a:pt x="849935" y="528776"/>
                  </a:lnTo>
                  <a:lnTo>
                    <a:pt x="913784" y="534283"/>
                  </a:lnTo>
                  <a:lnTo>
                    <a:pt x="979204" y="539272"/>
                  </a:lnTo>
                  <a:lnTo>
                    <a:pt x="1046115" y="543729"/>
                  </a:lnTo>
                  <a:lnTo>
                    <a:pt x="1114435" y="547640"/>
                  </a:lnTo>
                  <a:lnTo>
                    <a:pt x="1184083" y="550989"/>
                  </a:lnTo>
                  <a:lnTo>
                    <a:pt x="1254977" y="553762"/>
                  </a:lnTo>
                  <a:lnTo>
                    <a:pt x="1327037" y="555944"/>
                  </a:lnTo>
                  <a:lnTo>
                    <a:pt x="1400182" y="557520"/>
                  </a:lnTo>
                  <a:lnTo>
                    <a:pt x="1474330" y="558477"/>
                  </a:lnTo>
                  <a:lnTo>
                    <a:pt x="1549400" y="558800"/>
                  </a:lnTo>
                  <a:lnTo>
                    <a:pt x="1624469" y="558477"/>
                  </a:lnTo>
                  <a:lnTo>
                    <a:pt x="1698617" y="557520"/>
                  </a:lnTo>
                  <a:lnTo>
                    <a:pt x="1771761" y="555944"/>
                  </a:lnTo>
                  <a:lnTo>
                    <a:pt x="1843821" y="553762"/>
                  </a:lnTo>
                  <a:lnTo>
                    <a:pt x="1914716" y="550989"/>
                  </a:lnTo>
                  <a:lnTo>
                    <a:pt x="1984364" y="547640"/>
                  </a:lnTo>
                  <a:lnTo>
                    <a:pt x="2052683" y="543729"/>
                  </a:lnTo>
                  <a:lnTo>
                    <a:pt x="2119594" y="539272"/>
                  </a:lnTo>
                  <a:lnTo>
                    <a:pt x="2185015" y="534283"/>
                  </a:lnTo>
                  <a:lnTo>
                    <a:pt x="2248864" y="528776"/>
                  </a:lnTo>
                  <a:lnTo>
                    <a:pt x="2311060" y="522766"/>
                  </a:lnTo>
                  <a:lnTo>
                    <a:pt x="2371523" y="516268"/>
                  </a:lnTo>
                  <a:lnTo>
                    <a:pt x="2430171" y="509296"/>
                  </a:lnTo>
                  <a:lnTo>
                    <a:pt x="2486923" y="501865"/>
                  </a:lnTo>
                  <a:lnTo>
                    <a:pt x="2541698" y="493990"/>
                  </a:lnTo>
                  <a:lnTo>
                    <a:pt x="2594414" y="485685"/>
                  </a:lnTo>
                  <a:lnTo>
                    <a:pt x="2644991" y="476965"/>
                  </a:lnTo>
                  <a:lnTo>
                    <a:pt x="2693347" y="467845"/>
                  </a:lnTo>
                  <a:lnTo>
                    <a:pt x="2739401" y="458339"/>
                  </a:lnTo>
                  <a:lnTo>
                    <a:pt x="2783072" y="448461"/>
                  </a:lnTo>
                  <a:lnTo>
                    <a:pt x="2824279" y="438227"/>
                  </a:lnTo>
                  <a:lnTo>
                    <a:pt x="2862941" y="427652"/>
                  </a:lnTo>
                  <a:lnTo>
                    <a:pt x="2932303" y="405533"/>
                  </a:lnTo>
                  <a:lnTo>
                    <a:pt x="2990510" y="382222"/>
                  </a:lnTo>
                  <a:lnTo>
                    <a:pt x="3036913" y="357836"/>
                  </a:lnTo>
                  <a:lnTo>
                    <a:pt x="3070861" y="332492"/>
                  </a:lnTo>
                  <a:lnTo>
                    <a:pt x="3097013" y="292937"/>
                  </a:lnTo>
                  <a:lnTo>
                    <a:pt x="3098799" y="279400"/>
                  </a:lnTo>
                  <a:lnTo>
                    <a:pt x="3097013" y="265862"/>
                  </a:lnTo>
                  <a:lnTo>
                    <a:pt x="3070861" y="226307"/>
                  </a:lnTo>
                  <a:lnTo>
                    <a:pt x="3036913" y="200963"/>
                  </a:lnTo>
                  <a:lnTo>
                    <a:pt x="2990510" y="176577"/>
                  </a:lnTo>
                  <a:lnTo>
                    <a:pt x="2932303" y="153266"/>
                  </a:lnTo>
                  <a:lnTo>
                    <a:pt x="2862941" y="131147"/>
                  </a:lnTo>
                  <a:lnTo>
                    <a:pt x="2824279" y="120572"/>
                  </a:lnTo>
                  <a:lnTo>
                    <a:pt x="2783072" y="110338"/>
                  </a:lnTo>
                  <a:lnTo>
                    <a:pt x="2739401" y="100460"/>
                  </a:lnTo>
                  <a:lnTo>
                    <a:pt x="2693347" y="90954"/>
                  </a:lnTo>
                  <a:lnTo>
                    <a:pt x="2644991" y="81834"/>
                  </a:lnTo>
                  <a:lnTo>
                    <a:pt x="2594414" y="73114"/>
                  </a:lnTo>
                  <a:lnTo>
                    <a:pt x="2541698" y="64809"/>
                  </a:lnTo>
                  <a:lnTo>
                    <a:pt x="2486923" y="56934"/>
                  </a:lnTo>
                  <a:lnTo>
                    <a:pt x="2430171" y="49503"/>
                  </a:lnTo>
                  <a:lnTo>
                    <a:pt x="2371523" y="42531"/>
                  </a:lnTo>
                  <a:lnTo>
                    <a:pt x="2311060" y="36033"/>
                  </a:lnTo>
                  <a:lnTo>
                    <a:pt x="2248864" y="30023"/>
                  </a:lnTo>
                  <a:lnTo>
                    <a:pt x="2185015" y="24516"/>
                  </a:lnTo>
                  <a:lnTo>
                    <a:pt x="2119594" y="19527"/>
                  </a:lnTo>
                  <a:lnTo>
                    <a:pt x="2052683" y="15070"/>
                  </a:lnTo>
                  <a:lnTo>
                    <a:pt x="1984364" y="11159"/>
                  </a:lnTo>
                  <a:lnTo>
                    <a:pt x="1914716" y="7810"/>
                  </a:lnTo>
                  <a:lnTo>
                    <a:pt x="1843821" y="5037"/>
                  </a:lnTo>
                  <a:lnTo>
                    <a:pt x="1771761" y="2855"/>
                  </a:lnTo>
                  <a:lnTo>
                    <a:pt x="1698617" y="1279"/>
                  </a:lnTo>
                  <a:lnTo>
                    <a:pt x="1624469" y="322"/>
                  </a:lnTo>
                  <a:lnTo>
                    <a:pt x="1549400" y="0"/>
                  </a:lnTo>
                  <a:close/>
                </a:path>
              </a:pathLst>
            </a:custGeom>
            <a:solidFill>
              <a:srgbClr val="FFF2C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3796600" y="2006599"/>
              <a:ext cx="3098800" cy="558800"/>
            </a:xfrm>
            <a:custGeom>
              <a:avLst/>
              <a:gdLst/>
              <a:ahLst/>
              <a:cxnLst/>
              <a:rect l="l" t="t" r="r" b="b"/>
              <a:pathLst>
                <a:path w="3098800" h="558800">
                  <a:moveTo>
                    <a:pt x="3098799" y="279400"/>
                  </a:moveTo>
                  <a:lnTo>
                    <a:pt x="3082963" y="239301"/>
                  </a:lnTo>
                  <a:lnTo>
                    <a:pt x="3036913" y="200963"/>
                  </a:lnTo>
                  <a:lnTo>
                    <a:pt x="2990510" y="176577"/>
                  </a:lnTo>
                  <a:lnTo>
                    <a:pt x="2932303" y="153266"/>
                  </a:lnTo>
                  <a:lnTo>
                    <a:pt x="2862941" y="131147"/>
                  </a:lnTo>
                  <a:lnTo>
                    <a:pt x="2824279" y="120572"/>
                  </a:lnTo>
                  <a:lnTo>
                    <a:pt x="2783072" y="110338"/>
                  </a:lnTo>
                  <a:lnTo>
                    <a:pt x="2739401" y="100460"/>
                  </a:lnTo>
                  <a:lnTo>
                    <a:pt x="2693347" y="90954"/>
                  </a:lnTo>
                  <a:lnTo>
                    <a:pt x="2644991" y="81834"/>
                  </a:lnTo>
                  <a:lnTo>
                    <a:pt x="2594414" y="73114"/>
                  </a:lnTo>
                  <a:lnTo>
                    <a:pt x="2541698" y="64809"/>
                  </a:lnTo>
                  <a:lnTo>
                    <a:pt x="2486923" y="56934"/>
                  </a:lnTo>
                  <a:lnTo>
                    <a:pt x="2430171" y="49503"/>
                  </a:lnTo>
                  <a:lnTo>
                    <a:pt x="2371523" y="42531"/>
                  </a:lnTo>
                  <a:lnTo>
                    <a:pt x="2311060" y="36033"/>
                  </a:lnTo>
                  <a:lnTo>
                    <a:pt x="2248864" y="30023"/>
                  </a:lnTo>
                  <a:lnTo>
                    <a:pt x="2185015" y="24516"/>
                  </a:lnTo>
                  <a:lnTo>
                    <a:pt x="2119594" y="19527"/>
                  </a:lnTo>
                  <a:lnTo>
                    <a:pt x="2052683" y="15070"/>
                  </a:lnTo>
                  <a:lnTo>
                    <a:pt x="1984364" y="11159"/>
                  </a:lnTo>
                  <a:lnTo>
                    <a:pt x="1914716" y="7810"/>
                  </a:lnTo>
                  <a:lnTo>
                    <a:pt x="1843821" y="5037"/>
                  </a:lnTo>
                  <a:lnTo>
                    <a:pt x="1771761" y="2855"/>
                  </a:lnTo>
                  <a:lnTo>
                    <a:pt x="1698617" y="1279"/>
                  </a:lnTo>
                  <a:lnTo>
                    <a:pt x="1624469" y="322"/>
                  </a:lnTo>
                  <a:lnTo>
                    <a:pt x="1549400" y="0"/>
                  </a:lnTo>
                  <a:lnTo>
                    <a:pt x="1474330" y="322"/>
                  </a:lnTo>
                  <a:lnTo>
                    <a:pt x="1400182" y="1279"/>
                  </a:lnTo>
                  <a:lnTo>
                    <a:pt x="1327037" y="2855"/>
                  </a:lnTo>
                  <a:lnTo>
                    <a:pt x="1254977" y="5037"/>
                  </a:lnTo>
                  <a:lnTo>
                    <a:pt x="1184083" y="7810"/>
                  </a:lnTo>
                  <a:lnTo>
                    <a:pt x="1114435" y="11159"/>
                  </a:lnTo>
                  <a:lnTo>
                    <a:pt x="1046115" y="15070"/>
                  </a:lnTo>
                  <a:lnTo>
                    <a:pt x="979204" y="19527"/>
                  </a:lnTo>
                  <a:lnTo>
                    <a:pt x="913784" y="24516"/>
                  </a:lnTo>
                  <a:lnTo>
                    <a:pt x="849935" y="30023"/>
                  </a:lnTo>
                  <a:lnTo>
                    <a:pt x="787738" y="36033"/>
                  </a:lnTo>
                  <a:lnTo>
                    <a:pt x="727275" y="42531"/>
                  </a:lnTo>
                  <a:lnTo>
                    <a:pt x="668627" y="49503"/>
                  </a:lnTo>
                  <a:lnTo>
                    <a:pt x="611876" y="56934"/>
                  </a:lnTo>
                  <a:lnTo>
                    <a:pt x="557101" y="64809"/>
                  </a:lnTo>
                  <a:lnTo>
                    <a:pt x="504385" y="73114"/>
                  </a:lnTo>
                  <a:lnTo>
                    <a:pt x="453808" y="81834"/>
                  </a:lnTo>
                  <a:lnTo>
                    <a:pt x="405452" y="90954"/>
                  </a:lnTo>
                  <a:lnTo>
                    <a:pt x="359398" y="100460"/>
                  </a:lnTo>
                  <a:lnTo>
                    <a:pt x="315727" y="110338"/>
                  </a:lnTo>
                  <a:lnTo>
                    <a:pt x="274520" y="120572"/>
                  </a:lnTo>
                  <a:lnTo>
                    <a:pt x="235858" y="131147"/>
                  </a:lnTo>
                  <a:lnTo>
                    <a:pt x="166496" y="153266"/>
                  </a:lnTo>
                  <a:lnTo>
                    <a:pt x="108288" y="176577"/>
                  </a:lnTo>
                  <a:lnTo>
                    <a:pt x="61886" y="200963"/>
                  </a:lnTo>
                  <a:lnTo>
                    <a:pt x="27937" y="226307"/>
                  </a:lnTo>
                  <a:lnTo>
                    <a:pt x="1786" y="265862"/>
                  </a:lnTo>
                  <a:lnTo>
                    <a:pt x="0" y="279400"/>
                  </a:lnTo>
                  <a:lnTo>
                    <a:pt x="1786" y="292937"/>
                  </a:lnTo>
                  <a:lnTo>
                    <a:pt x="27937" y="332492"/>
                  </a:lnTo>
                  <a:lnTo>
                    <a:pt x="61886" y="357836"/>
                  </a:lnTo>
                  <a:lnTo>
                    <a:pt x="108288" y="382222"/>
                  </a:lnTo>
                  <a:lnTo>
                    <a:pt x="166496" y="405533"/>
                  </a:lnTo>
                  <a:lnTo>
                    <a:pt x="235858" y="427652"/>
                  </a:lnTo>
                  <a:lnTo>
                    <a:pt x="274520" y="438227"/>
                  </a:lnTo>
                  <a:lnTo>
                    <a:pt x="315727" y="448461"/>
                  </a:lnTo>
                  <a:lnTo>
                    <a:pt x="359398" y="458339"/>
                  </a:lnTo>
                  <a:lnTo>
                    <a:pt x="405452" y="467845"/>
                  </a:lnTo>
                  <a:lnTo>
                    <a:pt x="453808" y="476965"/>
                  </a:lnTo>
                  <a:lnTo>
                    <a:pt x="504385" y="485685"/>
                  </a:lnTo>
                  <a:lnTo>
                    <a:pt x="557101" y="493990"/>
                  </a:lnTo>
                  <a:lnTo>
                    <a:pt x="611876" y="501865"/>
                  </a:lnTo>
                  <a:lnTo>
                    <a:pt x="668627" y="509296"/>
                  </a:lnTo>
                  <a:lnTo>
                    <a:pt x="727275" y="516268"/>
                  </a:lnTo>
                  <a:lnTo>
                    <a:pt x="787738" y="522766"/>
                  </a:lnTo>
                  <a:lnTo>
                    <a:pt x="849935" y="528776"/>
                  </a:lnTo>
                  <a:lnTo>
                    <a:pt x="913784" y="534283"/>
                  </a:lnTo>
                  <a:lnTo>
                    <a:pt x="979204" y="539272"/>
                  </a:lnTo>
                  <a:lnTo>
                    <a:pt x="1046115" y="543729"/>
                  </a:lnTo>
                  <a:lnTo>
                    <a:pt x="1114435" y="547640"/>
                  </a:lnTo>
                  <a:lnTo>
                    <a:pt x="1184083" y="550989"/>
                  </a:lnTo>
                  <a:lnTo>
                    <a:pt x="1254977" y="553762"/>
                  </a:lnTo>
                  <a:lnTo>
                    <a:pt x="1327037" y="555944"/>
                  </a:lnTo>
                  <a:lnTo>
                    <a:pt x="1400182" y="557520"/>
                  </a:lnTo>
                  <a:lnTo>
                    <a:pt x="1474330" y="558477"/>
                  </a:lnTo>
                  <a:lnTo>
                    <a:pt x="1549400" y="558800"/>
                  </a:lnTo>
                  <a:lnTo>
                    <a:pt x="1624469" y="558477"/>
                  </a:lnTo>
                  <a:lnTo>
                    <a:pt x="1698617" y="557520"/>
                  </a:lnTo>
                  <a:lnTo>
                    <a:pt x="1771761" y="555944"/>
                  </a:lnTo>
                  <a:lnTo>
                    <a:pt x="1843821" y="553762"/>
                  </a:lnTo>
                  <a:lnTo>
                    <a:pt x="1914716" y="550989"/>
                  </a:lnTo>
                  <a:lnTo>
                    <a:pt x="1984364" y="547640"/>
                  </a:lnTo>
                  <a:lnTo>
                    <a:pt x="2052683" y="543729"/>
                  </a:lnTo>
                  <a:lnTo>
                    <a:pt x="2119594" y="539272"/>
                  </a:lnTo>
                  <a:lnTo>
                    <a:pt x="2185015" y="534283"/>
                  </a:lnTo>
                  <a:lnTo>
                    <a:pt x="2248864" y="528776"/>
                  </a:lnTo>
                  <a:lnTo>
                    <a:pt x="2311060" y="522766"/>
                  </a:lnTo>
                  <a:lnTo>
                    <a:pt x="2371523" y="516268"/>
                  </a:lnTo>
                  <a:lnTo>
                    <a:pt x="2430171" y="509296"/>
                  </a:lnTo>
                  <a:lnTo>
                    <a:pt x="2486923" y="501865"/>
                  </a:lnTo>
                  <a:lnTo>
                    <a:pt x="2541698" y="493990"/>
                  </a:lnTo>
                  <a:lnTo>
                    <a:pt x="2594414" y="485685"/>
                  </a:lnTo>
                  <a:lnTo>
                    <a:pt x="2644991" y="476965"/>
                  </a:lnTo>
                  <a:lnTo>
                    <a:pt x="2693347" y="467845"/>
                  </a:lnTo>
                  <a:lnTo>
                    <a:pt x="2739401" y="458339"/>
                  </a:lnTo>
                  <a:lnTo>
                    <a:pt x="2783072" y="448461"/>
                  </a:lnTo>
                  <a:lnTo>
                    <a:pt x="2824279" y="438227"/>
                  </a:lnTo>
                  <a:lnTo>
                    <a:pt x="2862941" y="427652"/>
                  </a:lnTo>
                  <a:lnTo>
                    <a:pt x="2932303" y="405533"/>
                  </a:lnTo>
                  <a:lnTo>
                    <a:pt x="2990510" y="382222"/>
                  </a:lnTo>
                  <a:lnTo>
                    <a:pt x="3036913" y="357836"/>
                  </a:lnTo>
                  <a:lnTo>
                    <a:pt x="3070861" y="332492"/>
                  </a:lnTo>
                  <a:lnTo>
                    <a:pt x="3097013" y="292937"/>
                  </a:lnTo>
                  <a:lnTo>
                    <a:pt x="3098799" y="279400"/>
                  </a:lnTo>
                </a:path>
              </a:pathLst>
            </a:custGeom>
            <a:ln w="27940">
              <a:solidFill>
                <a:srgbClr val="E695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3796600" y="2768599"/>
              <a:ext cx="3098800" cy="558800"/>
            </a:xfrm>
            <a:custGeom>
              <a:avLst/>
              <a:gdLst/>
              <a:ahLst/>
              <a:cxnLst/>
              <a:rect l="l" t="t" r="r" b="b"/>
              <a:pathLst>
                <a:path w="3098800" h="558800">
                  <a:moveTo>
                    <a:pt x="1549400" y="0"/>
                  </a:moveTo>
                  <a:lnTo>
                    <a:pt x="1474330" y="322"/>
                  </a:lnTo>
                  <a:lnTo>
                    <a:pt x="1400182" y="1279"/>
                  </a:lnTo>
                  <a:lnTo>
                    <a:pt x="1327037" y="2855"/>
                  </a:lnTo>
                  <a:lnTo>
                    <a:pt x="1254977" y="5037"/>
                  </a:lnTo>
                  <a:lnTo>
                    <a:pt x="1184083" y="7810"/>
                  </a:lnTo>
                  <a:lnTo>
                    <a:pt x="1114435" y="11159"/>
                  </a:lnTo>
                  <a:lnTo>
                    <a:pt x="1046115" y="15070"/>
                  </a:lnTo>
                  <a:lnTo>
                    <a:pt x="979204" y="19527"/>
                  </a:lnTo>
                  <a:lnTo>
                    <a:pt x="913784" y="24516"/>
                  </a:lnTo>
                  <a:lnTo>
                    <a:pt x="849935" y="30023"/>
                  </a:lnTo>
                  <a:lnTo>
                    <a:pt x="787738" y="36033"/>
                  </a:lnTo>
                  <a:lnTo>
                    <a:pt x="727275" y="42531"/>
                  </a:lnTo>
                  <a:lnTo>
                    <a:pt x="668627" y="49503"/>
                  </a:lnTo>
                  <a:lnTo>
                    <a:pt x="611876" y="56934"/>
                  </a:lnTo>
                  <a:lnTo>
                    <a:pt x="557101" y="64809"/>
                  </a:lnTo>
                  <a:lnTo>
                    <a:pt x="504385" y="73114"/>
                  </a:lnTo>
                  <a:lnTo>
                    <a:pt x="453808" y="81834"/>
                  </a:lnTo>
                  <a:lnTo>
                    <a:pt x="405452" y="90954"/>
                  </a:lnTo>
                  <a:lnTo>
                    <a:pt x="359398" y="100460"/>
                  </a:lnTo>
                  <a:lnTo>
                    <a:pt x="315727" y="110338"/>
                  </a:lnTo>
                  <a:lnTo>
                    <a:pt x="274520" y="120572"/>
                  </a:lnTo>
                  <a:lnTo>
                    <a:pt x="235858" y="131147"/>
                  </a:lnTo>
                  <a:lnTo>
                    <a:pt x="166496" y="153266"/>
                  </a:lnTo>
                  <a:lnTo>
                    <a:pt x="108288" y="176577"/>
                  </a:lnTo>
                  <a:lnTo>
                    <a:pt x="61886" y="200963"/>
                  </a:lnTo>
                  <a:lnTo>
                    <a:pt x="27937" y="226307"/>
                  </a:lnTo>
                  <a:lnTo>
                    <a:pt x="1786" y="265862"/>
                  </a:lnTo>
                  <a:lnTo>
                    <a:pt x="0" y="279400"/>
                  </a:lnTo>
                  <a:lnTo>
                    <a:pt x="1786" y="292937"/>
                  </a:lnTo>
                  <a:lnTo>
                    <a:pt x="27937" y="332492"/>
                  </a:lnTo>
                  <a:lnTo>
                    <a:pt x="61886" y="357836"/>
                  </a:lnTo>
                  <a:lnTo>
                    <a:pt x="108288" y="382222"/>
                  </a:lnTo>
                  <a:lnTo>
                    <a:pt x="166496" y="405533"/>
                  </a:lnTo>
                  <a:lnTo>
                    <a:pt x="235858" y="427652"/>
                  </a:lnTo>
                  <a:lnTo>
                    <a:pt x="274520" y="438227"/>
                  </a:lnTo>
                  <a:lnTo>
                    <a:pt x="315727" y="448461"/>
                  </a:lnTo>
                  <a:lnTo>
                    <a:pt x="359398" y="458339"/>
                  </a:lnTo>
                  <a:lnTo>
                    <a:pt x="405452" y="467845"/>
                  </a:lnTo>
                  <a:lnTo>
                    <a:pt x="453808" y="476965"/>
                  </a:lnTo>
                  <a:lnTo>
                    <a:pt x="504385" y="485685"/>
                  </a:lnTo>
                  <a:lnTo>
                    <a:pt x="557101" y="493990"/>
                  </a:lnTo>
                  <a:lnTo>
                    <a:pt x="611876" y="501865"/>
                  </a:lnTo>
                  <a:lnTo>
                    <a:pt x="668627" y="509296"/>
                  </a:lnTo>
                  <a:lnTo>
                    <a:pt x="727275" y="516268"/>
                  </a:lnTo>
                  <a:lnTo>
                    <a:pt x="787738" y="522766"/>
                  </a:lnTo>
                  <a:lnTo>
                    <a:pt x="849935" y="528776"/>
                  </a:lnTo>
                  <a:lnTo>
                    <a:pt x="913784" y="534283"/>
                  </a:lnTo>
                  <a:lnTo>
                    <a:pt x="979204" y="539272"/>
                  </a:lnTo>
                  <a:lnTo>
                    <a:pt x="1046115" y="543729"/>
                  </a:lnTo>
                  <a:lnTo>
                    <a:pt x="1114435" y="547640"/>
                  </a:lnTo>
                  <a:lnTo>
                    <a:pt x="1184083" y="550989"/>
                  </a:lnTo>
                  <a:lnTo>
                    <a:pt x="1254977" y="553762"/>
                  </a:lnTo>
                  <a:lnTo>
                    <a:pt x="1327037" y="555944"/>
                  </a:lnTo>
                  <a:lnTo>
                    <a:pt x="1400182" y="557520"/>
                  </a:lnTo>
                  <a:lnTo>
                    <a:pt x="1474330" y="558477"/>
                  </a:lnTo>
                  <a:lnTo>
                    <a:pt x="1549400" y="558800"/>
                  </a:lnTo>
                  <a:lnTo>
                    <a:pt x="1624469" y="558477"/>
                  </a:lnTo>
                  <a:lnTo>
                    <a:pt x="1698617" y="557520"/>
                  </a:lnTo>
                  <a:lnTo>
                    <a:pt x="1771761" y="555944"/>
                  </a:lnTo>
                  <a:lnTo>
                    <a:pt x="1843821" y="553762"/>
                  </a:lnTo>
                  <a:lnTo>
                    <a:pt x="1914716" y="550989"/>
                  </a:lnTo>
                  <a:lnTo>
                    <a:pt x="1984364" y="547640"/>
                  </a:lnTo>
                  <a:lnTo>
                    <a:pt x="2052683" y="543729"/>
                  </a:lnTo>
                  <a:lnTo>
                    <a:pt x="2119594" y="539272"/>
                  </a:lnTo>
                  <a:lnTo>
                    <a:pt x="2185015" y="534283"/>
                  </a:lnTo>
                  <a:lnTo>
                    <a:pt x="2248864" y="528776"/>
                  </a:lnTo>
                  <a:lnTo>
                    <a:pt x="2311060" y="522766"/>
                  </a:lnTo>
                  <a:lnTo>
                    <a:pt x="2371523" y="516268"/>
                  </a:lnTo>
                  <a:lnTo>
                    <a:pt x="2430171" y="509296"/>
                  </a:lnTo>
                  <a:lnTo>
                    <a:pt x="2486923" y="501865"/>
                  </a:lnTo>
                  <a:lnTo>
                    <a:pt x="2541698" y="493990"/>
                  </a:lnTo>
                  <a:lnTo>
                    <a:pt x="2594414" y="485685"/>
                  </a:lnTo>
                  <a:lnTo>
                    <a:pt x="2644991" y="476965"/>
                  </a:lnTo>
                  <a:lnTo>
                    <a:pt x="2693347" y="467845"/>
                  </a:lnTo>
                  <a:lnTo>
                    <a:pt x="2739401" y="458339"/>
                  </a:lnTo>
                  <a:lnTo>
                    <a:pt x="2783072" y="448461"/>
                  </a:lnTo>
                  <a:lnTo>
                    <a:pt x="2824279" y="438227"/>
                  </a:lnTo>
                  <a:lnTo>
                    <a:pt x="2862941" y="427652"/>
                  </a:lnTo>
                  <a:lnTo>
                    <a:pt x="2932303" y="405533"/>
                  </a:lnTo>
                  <a:lnTo>
                    <a:pt x="2990510" y="382222"/>
                  </a:lnTo>
                  <a:lnTo>
                    <a:pt x="3036913" y="357836"/>
                  </a:lnTo>
                  <a:lnTo>
                    <a:pt x="3070861" y="332492"/>
                  </a:lnTo>
                  <a:lnTo>
                    <a:pt x="3097013" y="292937"/>
                  </a:lnTo>
                  <a:lnTo>
                    <a:pt x="3098799" y="279400"/>
                  </a:lnTo>
                  <a:lnTo>
                    <a:pt x="3097013" y="265862"/>
                  </a:lnTo>
                  <a:lnTo>
                    <a:pt x="3070861" y="226307"/>
                  </a:lnTo>
                  <a:lnTo>
                    <a:pt x="3036913" y="200963"/>
                  </a:lnTo>
                  <a:lnTo>
                    <a:pt x="2990510" y="176577"/>
                  </a:lnTo>
                  <a:lnTo>
                    <a:pt x="2932303" y="153266"/>
                  </a:lnTo>
                  <a:lnTo>
                    <a:pt x="2862941" y="131147"/>
                  </a:lnTo>
                  <a:lnTo>
                    <a:pt x="2824279" y="120572"/>
                  </a:lnTo>
                  <a:lnTo>
                    <a:pt x="2783072" y="110338"/>
                  </a:lnTo>
                  <a:lnTo>
                    <a:pt x="2739401" y="100460"/>
                  </a:lnTo>
                  <a:lnTo>
                    <a:pt x="2693347" y="90954"/>
                  </a:lnTo>
                  <a:lnTo>
                    <a:pt x="2644991" y="81834"/>
                  </a:lnTo>
                  <a:lnTo>
                    <a:pt x="2594414" y="73114"/>
                  </a:lnTo>
                  <a:lnTo>
                    <a:pt x="2541698" y="64809"/>
                  </a:lnTo>
                  <a:lnTo>
                    <a:pt x="2486923" y="56934"/>
                  </a:lnTo>
                  <a:lnTo>
                    <a:pt x="2430171" y="49503"/>
                  </a:lnTo>
                  <a:lnTo>
                    <a:pt x="2371523" y="42531"/>
                  </a:lnTo>
                  <a:lnTo>
                    <a:pt x="2311060" y="36033"/>
                  </a:lnTo>
                  <a:lnTo>
                    <a:pt x="2248864" y="30023"/>
                  </a:lnTo>
                  <a:lnTo>
                    <a:pt x="2185015" y="24516"/>
                  </a:lnTo>
                  <a:lnTo>
                    <a:pt x="2119594" y="19527"/>
                  </a:lnTo>
                  <a:lnTo>
                    <a:pt x="2052683" y="15070"/>
                  </a:lnTo>
                  <a:lnTo>
                    <a:pt x="1984364" y="11159"/>
                  </a:lnTo>
                  <a:lnTo>
                    <a:pt x="1914716" y="7810"/>
                  </a:lnTo>
                  <a:lnTo>
                    <a:pt x="1843821" y="5037"/>
                  </a:lnTo>
                  <a:lnTo>
                    <a:pt x="1771761" y="2855"/>
                  </a:lnTo>
                  <a:lnTo>
                    <a:pt x="1698617" y="1279"/>
                  </a:lnTo>
                  <a:lnTo>
                    <a:pt x="1624469" y="322"/>
                  </a:lnTo>
                  <a:lnTo>
                    <a:pt x="1549400" y="0"/>
                  </a:lnTo>
                  <a:close/>
                </a:path>
              </a:pathLst>
            </a:custGeom>
            <a:solidFill>
              <a:srgbClr val="FFF2C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3796600" y="2768599"/>
              <a:ext cx="3098800" cy="558800"/>
            </a:xfrm>
            <a:custGeom>
              <a:avLst/>
              <a:gdLst/>
              <a:ahLst/>
              <a:cxnLst/>
              <a:rect l="l" t="t" r="r" b="b"/>
              <a:pathLst>
                <a:path w="3098800" h="558800">
                  <a:moveTo>
                    <a:pt x="3098799" y="279400"/>
                  </a:moveTo>
                  <a:lnTo>
                    <a:pt x="3082963" y="239301"/>
                  </a:lnTo>
                  <a:lnTo>
                    <a:pt x="3036913" y="200963"/>
                  </a:lnTo>
                  <a:lnTo>
                    <a:pt x="2990510" y="176577"/>
                  </a:lnTo>
                  <a:lnTo>
                    <a:pt x="2932303" y="153266"/>
                  </a:lnTo>
                  <a:lnTo>
                    <a:pt x="2862941" y="131147"/>
                  </a:lnTo>
                  <a:lnTo>
                    <a:pt x="2824279" y="120572"/>
                  </a:lnTo>
                  <a:lnTo>
                    <a:pt x="2783072" y="110338"/>
                  </a:lnTo>
                  <a:lnTo>
                    <a:pt x="2739401" y="100460"/>
                  </a:lnTo>
                  <a:lnTo>
                    <a:pt x="2693347" y="90954"/>
                  </a:lnTo>
                  <a:lnTo>
                    <a:pt x="2644991" y="81834"/>
                  </a:lnTo>
                  <a:lnTo>
                    <a:pt x="2594414" y="73114"/>
                  </a:lnTo>
                  <a:lnTo>
                    <a:pt x="2541698" y="64809"/>
                  </a:lnTo>
                  <a:lnTo>
                    <a:pt x="2486923" y="56934"/>
                  </a:lnTo>
                  <a:lnTo>
                    <a:pt x="2430171" y="49503"/>
                  </a:lnTo>
                  <a:lnTo>
                    <a:pt x="2371523" y="42531"/>
                  </a:lnTo>
                  <a:lnTo>
                    <a:pt x="2311060" y="36033"/>
                  </a:lnTo>
                  <a:lnTo>
                    <a:pt x="2248864" y="30023"/>
                  </a:lnTo>
                  <a:lnTo>
                    <a:pt x="2185015" y="24516"/>
                  </a:lnTo>
                  <a:lnTo>
                    <a:pt x="2119594" y="19527"/>
                  </a:lnTo>
                  <a:lnTo>
                    <a:pt x="2052683" y="15070"/>
                  </a:lnTo>
                  <a:lnTo>
                    <a:pt x="1984364" y="11159"/>
                  </a:lnTo>
                  <a:lnTo>
                    <a:pt x="1914716" y="7810"/>
                  </a:lnTo>
                  <a:lnTo>
                    <a:pt x="1843821" y="5037"/>
                  </a:lnTo>
                  <a:lnTo>
                    <a:pt x="1771761" y="2855"/>
                  </a:lnTo>
                  <a:lnTo>
                    <a:pt x="1698617" y="1279"/>
                  </a:lnTo>
                  <a:lnTo>
                    <a:pt x="1624469" y="322"/>
                  </a:lnTo>
                  <a:lnTo>
                    <a:pt x="1549400" y="0"/>
                  </a:lnTo>
                  <a:lnTo>
                    <a:pt x="1474330" y="322"/>
                  </a:lnTo>
                  <a:lnTo>
                    <a:pt x="1400182" y="1279"/>
                  </a:lnTo>
                  <a:lnTo>
                    <a:pt x="1327037" y="2855"/>
                  </a:lnTo>
                  <a:lnTo>
                    <a:pt x="1254977" y="5037"/>
                  </a:lnTo>
                  <a:lnTo>
                    <a:pt x="1184083" y="7810"/>
                  </a:lnTo>
                  <a:lnTo>
                    <a:pt x="1114435" y="11159"/>
                  </a:lnTo>
                  <a:lnTo>
                    <a:pt x="1046115" y="15070"/>
                  </a:lnTo>
                  <a:lnTo>
                    <a:pt x="979204" y="19527"/>
                  </a:lnTo>
                  <a:lnTo>
                    <a:pt x="913784" y="24516"/>
                  </a:lnTo>
                  <a:lnTo>
                    <a:pt x="849935" y="30023"/>
                  </a:lnTo>
                  <a:lnTo>
                    <a:pt x="787738" y="36033"/>
                  </a:lnTo>
                  <a:lnTo>
                    <a:pt x="727275" y="42531"/>
                  </a:lnTo>
                  <a:lnTo>
                    <a:pt x="668627" y="49503"/>
                  </a:lnTo>
                  <a:lnTo>
                    <a:pt x="611876" y="56934"/>
                  </a:lnTo>
                  <a:lnTo>
                    <a:pt x="557101" y="64809"/>
                  </a:lnTo>
                  <a:lnTo>
                    <a:pt x="504385" y="73114"/>
                  </a:lnTo>
                  <a:lnTo>
                    <a:pt x="453808" y="81834"/>
                  </a:lnTo>
                  <a:lnTo>
                    <a:pt x="405452" y="90954"/>
                  </a:lnTo>
                  <a:lnTo>
                    <a:pt x="359398" y="100460"/>
                  </a:lnTo>
                  <a:lnTo>
                    <a:pt x="315727" y="110338"/>
                  </a:lnTo>
                  <a:lnTo>
                    <a:pt x="274520" y="120572"/>
                  </a:lnTo>
                  <a:lnTo>
                    <a:pt x="235858" y="131147"/>
                  </a:lnTo>
                  <a:lnTo>
                    <a:pt x="166496" y="153266"/>
                  </a:lnTo>
                  <a:lnTo>
                    <a:pt x="108288" y="176577"/>
                  </a:lnTo>
                  <a:lnTo>
                    <a:pt x="61886" y="200963"/>
                  </a:lnTo>
                  <a:lnTo>
                    <a:pt x="27937" y="226307"/>
                  </a:lnTo>
                  <a:lnTo>
                    <a:pt x="1786" y="265862"/>
                  </a:lnTo>
                  <a:lnTo>
                    <a:pt x="0" y="279400"/>
                  </a:lnTo>
                  <a:lnTo>
                    <a:pt x="1786" y="292937"/>
                  </a:lnTo>
                  <a:lnTo>
                    <a:pt x="27937" y="332492"/>
                  </a:lnTo>
                  <a:lnTo>
                    <a:pt x="61886" y="357836"/>
                  </a:lnTo>
                  <a:lnTo>
                    <a:pt x="108288" y="382222"/>
                  </a:lnTo>
                  <a:lnTo>
                    <a:pt x="166496" y="405533"/>
                  </a:lnTo>
                  <a:lnTo>
                    <a:pt x="235858" y="427652"/>
                  </a:lnTo>
                  <a:lnTo>
                    <a:pt x="274520" y="438227"/>
                  </a:lnTo>
                  <a:lnTo>
                    <a:pt x="315727" y="448461"/>
                  </a:lnTo>
                  <a:lnTo>
                    <a:pt x="359398" y="458339"/>
                  </a:lnTo>
                  <a:lnTo>
                    <a:pt x="405452" y="467845"/>
                  </a:lnTo>
                  <a:lnTo>
                    <a:pt x="453808" y="476965"/>
                  </a:lnTo>
                  <a:lnTo>
                    <a:pt x="504385" y="485685"/>
                  </a:lnTo>
                  <a:lnTo>
                    <a:pt x="557101" y="493990"/>
                  </a:lnTo>
                  <a:lnTo>
                    <a:pt x="611876" y="501865"/>
                  </a:lnTo>
                  <a:lnTo>
                    <a:pt x="668627" y="509296"/>
                  </a:lnTo>
                  <a:lnTo>
                    <a:pt x="727275" y="516268"/>
                  </a:lnTo>
                  <a:lnTo>
                    <a:pt x="787738" y="522766"/>
                  </a:lnTo>
                  <a:lnTo>
                    <a:pt x="849935" y="528776"/>
                  </a:lnTo>
                  <a:lnTo>
                    <a:pt x="913784" y="534283"/>
                  </a:lnTo>
                  <a:lnTo>
                    <a:pt x="979204" y="539272"/>
                  </a:lnTo>
                  <a:lnTo>
                    <a:pt x="1046115" y="543729"/>
                  </a:lnTo>
                  <a:lnTo>
                    <a:pt x="1114435" y="547640"/>
                  </a:lnTo>
                  <a:lnTo>
                    <a:pt x="1184083" y="550989"/>
                  </a:lnTo>
                  <a:lnTo>
                    <a:pt x="1254977" y="553762"/>
                  </a:lnTo>
                  <a:lnTo>
                    <a:pt x="1327037" y="555944"/>
                  </a:lnTo>
                  <a:lnTo>
                    <a:pt x="1400182" y="557520"/>
                  </a:lnTo>
                  <a:lnTo>
                    <a:pt x="1474330" y="558477"/>
                  </a:lnTo>
                  <a:lnTo>
                    <a:pt x="1549400" y="558800"/>
                  </a:lnTo>
                  <a:lnTo>
                    <a:pt x="1624469" y="558477"/>
                  </a:lnTo>
                  <a:lnTo>
                    <a:pt x="1698617" y="557520"/>
                  </a:lnTo>
                  <a:lnTo>
                    <a:pt x="1771761" y="555944"/>
                  </a:lnTo>
                  <a:lnTo>
                    <a:pt x="1843821" y="553762"/>
                  </a:lnTo>
                  <a:lnTo>
                    <a:pt x="1914716" y="550989"/>
                  </a:lnTo>
                  <a:lnTo>
                    <a:pt x="1984364" y="547640"/>
                  </a:lnTo>
                  <a:lnTo>
                    <a:pt x="2052683" y="543729"/>
                  </a:lnTo>
                  <a:lnTo>
                    <a:pt x="2119594" y="539272"/>
                  </a:lnTo>
                  <a:lnTo>
                    <a:pt x="2185015" y="534283"/>
                  </a:lnTo>
                  <a:lnTo>
                    <a:pt x="2248864" y="528776"/>
                  </a:lnTo>
                  <a:lnTo>
                    <a:pt x="2311060" y="522766"/>
                  </a:lnTo>
                  <a:lnTo>
                    <a:pt x="2371523" y="516268"/>
                  </a:lnTo>
                  <a:lnTo>
                    <a:pt x="2430171" y="509296"/>
                  </a:lnTo>
                  <a:lnTo>
                    <a:pt x="2486923" y="501865"/>
                  </a:lnTo>
                  <a:lnTo>
                    <a:pt x="2541698" y="493990"/>
                  </a:lnTo>
                  <a:lnTo>
                    <a:pt x="2594414" y="485685"/>
                  </a:lnTo>
                  <a:lnTo>
                    <a:pt x="2644991" y="476965"/>
                  </a:lnTo>
                  <a:lnTo>
                    <a:pt x="2693347" y="467845"/>
                  </a:lnTo>
                  <a:lnTo>
                    <a:pt x="2739401" y="458339"/>
                  </a:lnTo>
                  <a:lnTo>
                    <a:pt x="2783072" y="448461"/>
                  </a:lnTo>
                  <a:lnTo>
                    <a:pt x="2824279" y="438227"/>
                  </a:lnTo>
                  <a:lnTo>
                    <a:pt x="2862941" y="427652"/>
                  </a:lnTo>
                  <a:lnTo>
                    <a:pt x="2932303" y="405533"/>
                  </a:lnTo>
                  <a:lnTo>
                    <a:pt x="2990510" y="382222"/>
                  </a:lnTo>
                  <a:lnTo>
                    <a:pt x="3036913" y="357836"/>
                  </a:lnTo>
                  <a:lnTo>
                    <a:pt x="3070861" y="332492"/>
                  </a:lnTo>
                  <a:lnTo>
                    <a:pt x="3097013" y="292937"/>
                  </a:lnTo>
                  <a:lnTo>
                    <a:pt x="3098799" y="279400"/>
                  </a:lnTo>
                </a:path>
              </a:pathLst>
            </a:custGeom>
            <a:ln w="27940">
              <a:solidFill>
                <a:srgbClr val="E695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3796600" y="3530599"/>
              <a:ext cx="3098800" cy="558800"/>
            </a:xfrm>
            <a:custGeom>
              <a:avLst/>
              <a:gdLst/>
              <a:ahLst/>
              <a:cxnLst/>
              <a:rect l="l" t="t" r="r" b="b"/>
              <a:pathLst>
                <a:path w="3098800" h="558800">
                  <a:moveTo>
                    <a:pt x="1549400" y="0"/>
                  </a:moveTo>
                  <a:lnTo>
                    <a:pt x="1474330" y="322"/>
                  </a:lnTo>
                  <a:lnTo>
                    <a:pt x="1400182" y="1279"/>
                  </a:lnTo>
                  <a:lnTo>
                    <a:pt x="1327037" y="2855"/>
                  </a:lnTo>
                  <a:lnTo>
                    <a:pt x="1254977" y="5037"/>
                  </a:lnTo>
                  <a:lnTo>
                    <a:pt x="1184083" y="7810"/>
                  </a:lnTo>
                  <a:lnTo>
                    <a:pt x="1114435" y="11159"/>
                  </a:lnTo>
                  <a:lnTo>
                    <a:pt x="1046115" y="15070"/>
                  </a:lnTo>
                  <a:lnTo>
                    <a:pt x="979204" y="19527"/>
                  </a:lnTo>
                  <a:lnTo>
                    <a:pt x="913784" y="24516"/>
                  </a:lnTo>
                  <a:lnTo>
                    <a:pt x="849935" y="30023"/>
                  </a:lnTo>
                  <a:lnTo>
                    <a:pt x="787738" y="36033"/>
                  </a:lnTo>
                  <a:lnTo>
                    <a:pt x="727275" y="42531"/>
                  </a:lnTo>
                  <a:lnTo>
                    <a:pt x="668627" y="49503"/>
                  </a:lnTo>
                  <a:lnTo>
                    <a:pt x="611876" y="56934"/>
                  </a:lnTo>
                  <a:lnTo>
                    <a:pt x="557101" y="64809"/>
                  </a:lnTo>
                  <a:lnTo>
                    <a:pt x="504385" y="73114"/>
                  </a:lnTo>
                  <a:lnTo>
                    <a:pt x="453808" y="81834"/>
                  </a:lnTo>
                  <a:lnTo>
                    <a:pt x="405452" y="90954"/>
                  </a:lnTo>
                  <a:lnTo>
                    <a:pt x="359398" y="100460"/>
                  </a:lnTo>
                  <a:lnTo>
                    <a:pt x="315727" y="110338"/>
                  </a:lnTo>
                  <a:lnTo>
                    <a:pt x="274520" y="120572"/>
                  </a:lnTo>
                  <a:lnTo>
                    <a:pt x="235858" y="131147"/>
                  </a:lnTo>
                  <a:lnTo>
                    <a:pt x="166496" y="153266"/>
                  </a:lnTo>
                  <a:lnTo>
                    <a:pt x="108288" y="176577"/>
                  </a:lnTo>
                  <a:lnTo>
                    <a:pt x="61886" y="200963"/>
                  </a:lnTo>
                  <a:lnTo>
                    <a:pt x="27937" y="226307"/>
                  </a:lnTo>
                  <a:lnTo>
                    <a:pt x="1786" y="265862"/>
                  </a:lnTo>
                  <a:lnTo>
                    <a:pt x="0" y="279400"/>
                  </a:lnTo>
                  <a:lnTo>
                    <a:pt x="1786" y="292937"/>
                  </a:lnTo>
                  <a:lnTo>
                    <a:pt x="27937" y="332492"/>
                  </a:lnTo>
                  <a:lnTo>
                    <a:pt x="61886" y="357836"/>
                  </a:lnTo>
                  <a:lnTo>
                    <a:pt x="108288" y="382222"/>
                  </a:lnTo>
                  <a:lnTo>
                    <a:pt x="166496" y="405533"/>
                  </a:lnTo>
                  <a:lnTo>
                    <a:pt x="235858" y="427652"/>
                  </a:lnTo>
                  <a:lnTo>
                    <a:pt x="274520" y="438227"/>
                  </a:lnTo>
                  <a:lnTo>
                    <a:pt x="315727" y="448461"/>
                  </a:lnTo>
                  <a:lnTo>
                    <a:pt x="359398" y="458339"/>
                  </a:lnTo>
                  <a:lnTo>
                    <a:pt x="405452" y="467845"/>
                  </a:lnTo>
                  <a:lnTo>
                    <a:pt x="453808" y="476965"/>
                  </a:lnTo>
                  <a:lnTo>
                    <a:pt x="504385" y="485685"/>
                  </a:lnTo>
                  <a:lnTo>
                    <a:pt x="557101" y="493990"/>
                  </a:lnTo>
                  <a:lnTo>
                    <a:pt x="611876" y="501865"/>
                  </a:lnTo>
                  <a:lnTo>
                    <a:pt x="668627" y="509296"/>
                  </a:lnTo>
                  <a:lnTo>
                    <a:pt x="727275" y="516268"/>
                  </a:lnTo>
                  <a:lnTo>
                    <a:pt x="787738" y="522766"/>
                  </a:lnTo>
                  <a:lnTo>
                    <a:pt x="849935" y="528776"/>
                  </a:lnTo>
                  <a:lnTo>
                    <a:pt x="913784" y="534283"/>
                  </a:lnTo>
                  <a:lnTo>
                    <a:pt x="979204" y="539272"/>
                  </a:lnTo>
                  <a:lnTo>
                    <a:pt x="1046115" y="543729"/>
                  </a:lnTo>
                  <a:lnTo>
                    <a:pt x="1114435" y="547640"/>
                  </a:lnTo>
                  <a:lnTo>
                    <a:pt x="1184083" y="550989"/>
                  </a:lnTo>
                  <a:lnTo>
                    <a:pt x="1254977" y="553762"/>
                  </a:lnTo>
                  <a:lnTo>
                    <a:pt x="1327037" y="555944"/>
                  </a:lnTo>
                  <a:lnTo>
                    <a:pt x="1400182" y="557520"/>
                  </a:lnTo>
                  <a:lnTo>
                    <a:pt x="1474330" y="558477"/>
                  </a:lnTo>
                  <a:lnTo>
                    <a:pt x="1549400" y="558800"/>
                  </a:lnTo>
                  <a:lnTo>
                    <a:pt x="1624469" y="558477"/>
                  </a:lnTo>
                  <a:lnTo>
                    <a:pt x="1698617" y="557520"/>
                  </a:lnTo>
                  <a:lnTo>
                    <a:pt x="1771761" y="555944"/>
                  </a:lnTo>
                  <a:lnTo>
                    <a:pt x="1843821" y="553762"/>
                  </a:lnTo>
                  <a:lnTo>
                    <a:pt x="1914716" y="550989"/>
                  </a:lnTo>
                  <a:lnTo>
                    <a:pt x="1984364" y="547640"/>
                  </a:lnTo>
                  <a:lnTo>
                    <a:pt x="2052683" y="543729"/>
                  </a:lnTo>
                  <a:lnTo>
                    <a:pt x="2119594" y="539272"/>
                  </a:lnTo>
                  <a:lnTo>
                    <a:pt x="2185015" y="534283"/>
                  </a:lnTo>
                  <a:lnTo>
                    <a:pt x="2248864" y="528776"/>
                  </a:lnTo>
                  <a:lnTo>
                    <a:pt x="2311060" y="522766"/>
                  </a:lnTo>
                  <a:lnTo>
                    <a:pt x="2371523" y="516268"/>
                  </a:lnTo>
                  <a:lnTo>
                    <a:pt x="2430171" y="509296"/>
                  </a:lnTo>
                  <a:lnTo>
                    <a:pt x="2486923" y="501865"/>
                  </a:lnTo>
                  <a:lnTo>
                    <a:pt x="2541698" y="493990"/>
                  </a:lnTo>
                  <a:lnTo>
                    <a:pt x="2594414" y="485685"/>
                  </a:lnTo>
                  <a:lnTo>
                    <a:pt x="2644991" y="476965"/>
                  </a:lnTo>
                  <a:lnTo>
                    <a:pt x="2693347" y="467845"/>
                  </a:lnTo>
                  <a:lnTo>
                    <a:pt x="2739401" y="458339"/>
                  </a:lnTo>
                  <a:lnTo>
                    <a:pt x="2783072" y="448461"/>
                  </a:lnTo>
                  <a:lnTo>
                    <a:pt x="2824279" y="438227"/>
                  </a:lnTo>
                  <a:lnTo>
                    <a:pt x="2862941" y="427652"/>
                  </a:lnTo>
                  <a:lnTo>
                    <a:pt x="2932303" y="405533"/>
                  </a:lnTo>
                  <a:lnTo>
                    <a:pt x="2990510" y="382222"/>
                  </a:lnTo>
                  <a:lnTo>
                    <a:pt x="3036913" y="357836"/>
                  </a:lnTo>
                  <a:lnTo>
                    <a:pt x="3070861" y="332492"/>
                  </a:lnTo>
                  <a:lnTo>
                    <a:pt x="3097013" y="292937"/>
                  </a:lnTo>
                  <a:lnTo>
                    <a:pt x="3098799" y="279400"/>
                  </a:lnTo>
                  <a:lnTo>
                    <a:pt x="3097013" y="265862"/>
                  </a:lnTo>
                  <a:lnTo>
                    <a:pt x="3070861" y="226307"/>
                  </a:lnTo>
                  <a:lnTo>
                    <a:pt x="3036913" y="200963"/>
                  </a:lnTo>
                  <a:lnTo>
                    <a:pt x="2990510" y="176577"/>
                  </a:lnTo>
                  <a:lnTo>
                    <a:pt x="2932303" y="153266"/>
                  </a:lnTo>
                  <a:lnTo>
                    <a:pt x="2862941" y="131147"/>
                  </a:lnTo>
                  <a:lnTo>
                    <a:pt x="2824279" y="120572"/>
                  </a:lnTo>
                  <a:lnTo>
                    <a:pt x="2783072" y="110338"/>
                  </a:lnTo>
                  <a:lnTo>
                    <a:pt x="2739401" y="100460"/>
                  </a:lnTo>
                  <a:lnTo>
                    <a:pt x="2693347" y="90954"/>
                  </a:lnTo>
                  <a:lnTo>
                    <a:pt x="2644991" y="81834"/>
                  </a:lnTo>
                  <a:lnTo>
                    <a:pt x="2594414" y="73114"/>
                  </a:lnTo>
                  <a:lnTo>
                    <a:pt x="2541698" y="64809"/>
                  </a:lnTo>
                  <a:lnTo>
                    <a:pt x="2486923" y="56934"/>
                  </a:lnTo>
                  <a:lnTo>
                    <a:pt x="2430171" y="49503"/>
                  </a:lnTo>
                  <a:lnTo>
                    <a:pt x="2371523" y="42531"/>
                  </a:lnTo>
                  <a:lnTo>
                    <a:pt x="2311060" y="36033"/>
                  </a:lnTo>
                  <a:lnTo>
                    <a:pt x="2248864" y="30023"/>
                  </a:lnTo>
                  <a:lnTo>
                    <a:pt x="2185015" y="24516"/>
                  </a:lnTo>
                  <a:lnTo>
                    <a:pt x="2119594" y="19527"/>
                  </a:lnTo>
                  <a:lnTo>
                    <a:pt x="2052683" y="15070"/>
                  </a:lnTo>
                  <a:lnTo>
                    <a:pt x="1984364" y="11159"/>
                  </a:lnTo>
                  <a:lnTo>
                    <a:pt x="1914716" y="7810"/>
                  </a:lnTo>
                  <a:lnTo>
                    <a:pt x="1843821" y="5037"/>
                  </a:lnTo>
                  <a:lnTo>
                    <a:pt x="1771761" y="2855"/>
                  </a:lnTo>
                  <a:lnTo>
                    <a:pt x="1698617" y="1279"/>
                  </a:lnTo>
                  <a:lnTo>
                    <a:pt x="1624469" y="322"/>
                  </a:lnTo>
                  <a:lnTo>
                    <a:pt x="154940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3796600" y="3530599"/>
              <a:ext cx="3098800" cy="558800"/>
            </a:xfrm>
            <a:custGeom>
              <a:avLst/>
              <a:gdLst/>
              <a:ahLst/>
              <a:cxnLst/>
              <a:rect l="l" t="t" r="r" b="b"/>
              <a:pathLst>
                <a:path w="3098800" h="558800">
                  <a:moveTo>
                    <a:pt x="3098799" y="279400"/>
                  </a:moveTo>
                  <a:lnTo>
                    <a:pt x="3082963" y="239301"/>
                  </a:lnTo>
                  <a:lnTo>
                    <a:pt x="3036913" y="200963"/>
                  </a:lnTo>
                  <a:lnTo>
                    <a:pt x="2990510" y="176577"/>
                  </a:lnTo>
                  <a:lnTo>
                    <a:pt x="2932303" y="153266"/>
                  </a:lnTo>
                  <a:lnTo>
                    <a:pt x="2862941" y="131147"/>
                  </a:lnTo>
                  <a:lnTo>
                    <a:pt x="2824279" y="120572"/>
                  </a:lnTo>
                  <a:lnTo>
                    <a:pt x="2783072" y="110338"/>
                  </a:lnTo>
                  <a:lnTo>
                    <a:pt x="2739401" y="100460"/>
                  </a:lnTo>
                  <a:lnTo>
                    <a:pt x="2693347" y="90954"/>
                  </a:lnTo>
                  <a:lnTo>
                    <a:pt x="2644991" y="81834"/>
                  </a:lnTo>
                  <a:lnTo>
                    <a:pt x="2594414" y="73114"/>
                  </a:lnTo>
                  <a:lnTo>
                    <a:pt x="2541698" y="64809"/>
                  </a:lnTo>
                  <a:lnTo>
                    <a:pt x="2486923" y="56934"/>
                  </a:lnTo>
                  <a:lnTo>
                    <a:pt x="2430171" y="49503"/>
                  </a:lnTo>
                  <a:lnTo>
                    <a:pt x="2371523" y="42531"/>
                  </a:lnTo>
                  <a:lnTo>
                    <a:pt x="2311060" y="36033"/>
                  </a:lnTo>
                  <a:lnTo>
                    <a:pt x="2248864" y="30023"/>
                  </a:lnTo>
                  <a:lnTo>
                    <a:pt x="2185015" y="24516"/>
                  </a:lnTo>
                  <a:lnTo>
                    <a:pt x="2119594" y="19527"/>
                  </a:lnTo>
                  <a:lnTo>
                    <a:pt x="2052683" y="15070"/>
                  </a:lnTo>
                  <a:lnTo>
                    <a:pt x="1984364" y="11159"/>
                  </a:lnTo>
                  <a:lnTo>
                    <a:pt x="1914716" y="7810"/>
                  </a:lnTo>
                  <a:lnTo>
                    <a:pt x="1843821" y="5037"/>
                  </a:lnTo>
                  <a:lnTo>
                    <a:pt x="1771761" y="2855"/>
                  </a:lnTo>
                  <a:lnTo>
                    <a:pt x="1698617" y="1279"/>
                  </a:lnTo>
                  <a:lnTo>
                    <a:pt x="1624469" y="322"/>
                  </a:lnTo>
                  <a:lnTo>
                    <a:pt x="1549400" y="0"/>
                  </a:lnTo>
                  <a:lnTo>
                    <a:pt x="1474330" y="322"/>
                  </a:lnTo>
                  <a:lnTo>
                    <a:pt x="1400182" y="1279"/>
                  </a:lnTo>
                  <a:lnTo>
                    <a:pt x="1327037" y="2855"/>
                  </a:lnTo>
                  <a:lnTo>
                    <a:pt x="1254977" y="5037"/>
                  </a:lnTo>
                  <a:lnTo>
                    <a:pt x="1184083" y="7810"/>
                  </a:lnTo>
                  <a:lnTo>
                    <a:pt x="1114435" y="11159"/>
                  </a:lnTo>
                  <a:lnTo>
                    <a:pt x="1046115" y="15070"/>
                  </a:lnTo>
                  <a:lnTo>
                    <a:pt x="979204" y="19527"/>
                  </a:lnTo>
                  <a:lnTo>
                    <a:pt x="913784" y="24516"/>
                  </a:lnTo>
                  <a:lnTo>
                    <a:pt x="849935" y="30023"/>
                  </a:lnTo>
                  <a:lnTo>
                    <a:pt x="787738" y="36033"/>
                  </a:lnTo>
                  <a:lnTo>
                    <a:pt x="727275" y="42531"/>
                  </a:lnTo>
                  <a:lnTo>
                    <a:pt x="668627" y="49503"/>
                  </a:lnTo>
                  <a:lnTo>
                    <a:pt x="611876" y="56934"/>
                  </a:lnTo>
                  <a:lnTo>
                    <a:pt x="557101" y="64809"/>
                  </a:lnTo>
                  <a:lnTo>
                    <a:pt x="504385" y="73114"/>
                  </a:lnTo>
                  <a:lnTo>
                    <a:pt x="453808" y="81834"/>
                  </a:lnTo>
                  <a:lnTo>
                    <a:pt x="405452" y="90954"/>
                  </a:lnTo>
                  <a:lnTo>
                    <a:pt x="359398" y="100460"/>
                  </a:lnTo>
                  <a:lnTo>
                    <a:pt x="315727" y="110338"/>
                  </a:lnTo>
                  <a:lnTo>
                    <a:pt x="274520" y="120572"/>
                  </a:lnTo>
                  <a:lnTo>
                    <a:pt x="235858" y="131147"/>
                  </a:lnTo>
                  <a:lnTo>
                    <a:pt x="166496" y="153266"/>
                  </a:lnTo>
                  <a:lnTo>
                    <a:pt x="108288" y="176577"/>
                  </a:lnTo>
                  <a:lnTo>
                    <a:pt x="61886" y="200963"/>
                  </a:lnTo>
                  <a:lnTo>
                    <a:pt x="27937" y="226307"/>
                  </a:lnTo>
                  <a:lnTo>
                    <a:pt x="1786" y="265862"/>
                  </a:lnTo>
                  <a:lnTo>
                    <a:pt x="0" y="279400"/>
                  </a:lnTo>
                  <a:lnTo>
                    <a:pt x="1786" y="292937"/>
                  </a:lnTo>
                  <a:lnTo>
                    <a:pt x="27937" y="332492"/>
                  </a:lnTo>
                  <a:lnTo>
                    <a:pt x="61886" y="357836"/>
                  </a:lnTo>
                  <a:lnTo>
                    <a:pt x="108288" y="382222"/>
                  </a:lnTo>
                  <a:lnTo>
                    <a:pt x="166496" y="405533"/>
                  </a:lnTo>
                  <a:lnTo>
                    <a:pt x="235858" y="427652"/>
                  </a:lnTo>
                  <a:lnTo>
                    <a:pt x="274520" y="438227"/>
                  </a:lnTo>
                  <a:lnTo>
                    <a:pt x="315727" y="448461"/>
                  </a:lnTo>
                  <a:lnTo>
                    <a:pt x="359398" y="458339"/>
                  </a:lnTo>
                  <a:lnTo>
                    <a:pt x="405452" y="467845"/>
                  </a:lnTo>
                  <a:lnTo>
                    <a:pt x="453808" y="476965"/>
                  </a:lnTo>
                  <a:lnTo>
                    <a:pt x="504385" y="485685"/>
                  </a:lnTo>
                  <a:lnTo>
                    <a:pt x="557101" y="493990"/>
                  </a:lnTo>
                  <a:lnTo>
                    <a:pt x="611876" y="501865"/>
                  </a:lnTo>
                  <a:lnTo>
                    <a:pt x="668627" y="509296"/>
                  </a:lnTo>
                  <a:lnTo>
                    <a:pt x="727275" y="516268"/>
                  </a:lnTo>
                  <a:lnTo>
                    <a:pt x="787738" y="522766"/>
                  </a:lnTo>
                  <a:lnTo>
                    <a:pt x="849935" y="528776"/>
                  </a:lnTo>
                  <a:lnTo>
                    <a:pt x="913784" y="534283"/>
                  </a:lnTo>
                  <a:lnTo>
                    <a:pt x="979204" y="539272"/>
                  </a:lnTo>
                  <a:lnTo>
                    <a:pt x="1046115" y="543729"/>
                  </a:lnTo>
                  <a:lnTo>
                    <a:pt x="1114435" y="547640"/>
                  </a:lnTo>
                  <a:lnTo>
                    <a:pt x="1184083" y="550989"/>
                  </a:lnTo>
                  <a:lnTo>
                    <a:pt x="1254977" y="553762"/>
                  </a:lnTo>
                  <a:lnTo>
                    <a:pt x="1327037" y="555944"/>
                  </a:lnTo>
                  <a:lnTo>
                    <a:pt x="1400182" y="557520"/>
                  </a:lnTo>
                  <a:lnTo>
                    <a:pt x="1474330" y="558477"/>
                  </a:lnTo>
                  <a:lnTo>
                    <a:pt x="1549400" y="558800"/>
                  </a:lnTo>
                  <a:lnTo>
                    <a:pt x="1624469" y="558477"/>
                  </a:lnTo>
                  <a:lnTo>
                    <a:pt x="1698617" y="557520"/>
                  </a:lnTo>
                  <a:lnTo>
                    <a:pt x="1771761" y="555944"/>
                  </a:lnTo>
                  <a:lnTo>
                    <a:pt x="1843821" y="553762"/>
                  </a:lnTo>
                  <a:lnTo>
                    <a:pt x="1914716" y="550989"/>
                  </a:lnTo>
                  <a:lnTo>
                    <a:pt x="1984364" y="547640"/>
                  </a:lnTo>
                  <a:lnTo>
                    <a:pt x="2052683" y="543729"/>
                  </a:lnTo>
                  <a:lnTo>
                    <a:pt x="2119594" y="539272"/>
                  </a:lnTo>
                  <a:lnTo>
                    <a:pt x="2185015" y="534283"/>
                  </a:lnTo>
                  <a:lnTo>
                    <a:pt x="2248864" y="528776"/>
                  </a:lnTo>
                  <a:lnTo>
                    <a:pt x="2311060" y="522766"/>
                  </a:lnTo>
                  <a:lnTo>
                    <a:pt x="2371523" y="516268"/>
                  </a:lnTo>
                  <a:lnTo>
                    <a:pt x="2430171" y="509296"/>
                  </a:lnTo>
                  <a:lnTo>
                    <a:pt x="2486923" y="501865"/>
                  </a:lnTo>
                  <a:lnTo>
                    <a:pt x="2541698" y="493990"/>
                  </a:lnTo>
                  <a:lnTo>
                    <a:pt x="2594414" y="485685"/>
                  </a:lnTo>
                  <a:lnTo>
                    <a:pt x="2644991" y="476965"/>
                  </a:lnTo>
                  <a:lnTo>
                    <a:pt x="2693347" y="467845"/>
                  </a:lnTo>
                  <a:lnTo>
                    <a:pt x="2739401" y="458339"/>
                  </a:lnTo>
                  <a:lnTo>
                    <a:pt x="2783072" y="448461"/>
                  </a:lnTo>
                  <a:lnTo>
                    <a:pt x="2824279" y="438227"/>
                  </a:lnTo>
                  <a:lnTo>
                    <a:pt x="2862941" y="427652"/>
                  </a:lnTo>
                  <a:lnTo>
                    <a:pt x="2932303" y="405533"/>
                  </a:lnTo>
                  <a:lnTo>
                    <a:pt x="2990510" y="382222"/>
                  </a:lnTo>
                  <a:lnTo>
                    <a:pt x="3036913" y="357836"/>
                  </a:lnTo>
                  <a:lnTo>
                    <a:pt x="3070861" y="332492"/>
                  </a:lnTo>
                  <a:lnTo>
                    <a:pt x="3097013" y="292937"/>
                  </a:lnTo>
                  <a:lnTo>
                    <a:pt x="3098799" y="279400"/>
                  </a:lnTo>
                </a:path>
              </a:pathLst>
            </a:custGeom>
            <a:ln w="20320">
              <a:solidFill>
                <a:srgbClr val="0A7285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3796600" y="4292599"/>
              <a:ext cx="3098800" cy="558800"/>
            </a:xfrm>
            <a:custGeom>
              <a:avLst/>
              <a:gdLst/>
              <a:ahLst/>
              <a:cxnLst/>
              <a:rect l="l" t="t" r="r" b="b"/>
              <a:pathLst>
                <a:path w="3098800" h="558800">
                  <a:moveTo>
                    <a:pt x="1549400" y="0"/>
                  </a:moveTo>
                  <a:lnTo>
                    <a:pt x="1474330" y="322"/>
                  </a:lnTo>
                  <a:lnTo>
                    <a:pt x="1400182" y="1279"/>
                  </a:lnTo>
                  <a:lnTo>
                    <a:pt x="1327037" y="2855"/>
                  </a:lnTo>
                  <a:lnTo>
                    <a:pt x="1254977" y="5037"/>
                  </a:lnTo>
                  <a:lnTo>
                    <a:pt x="1184083" y="7810"/>
                  </a:lnTo>
                  <a:lnTo>
                    <a:pt x="1114435" y="11159"/>
                  </a:lnTo>
                  <a:lnTo>
                    <a:pt x="1046115" y="15070"/>
                  </a:lnTo>
                  <a:lnTo>
                    <a:pt x="979204" y="19527"/>
                  </a:lnTo>
                  <a:lnTo>
                    <a:pt x="913784" y="24516"/>
                  </a:lnTo>
                  <a:lnTo>
                    <a:pt x="849935" y="30023"/>
                  </a:lnTo>
                  <a:lnTo>
                    <a:pt x="787738" y="36033"/>
                  </a:lnTo>
                  <a:lnTo>
                    <a:pt x="727275" y="42531"/>
                  </a:lnTo>
                  <a:lnTo>
                    <a:pt x="668627" y="49503"/>
                  </a:lnTo>
                  <a:lnTo>
                    <a:pt x="611876" y="56934"/>
                  </a:lnTo>
                  <a:lnTo>
                    <a:pt x="557101" y="64809"/>
                  </a:lnTo>
                  <a:lnTo>
                    <a:pt x="504385" y="73114"/>
                  </a:lnTo>
                  <a:lnTo>
                    <a:pt x="453808" y="81834"/>
                  </a:lnTo>
                  <a:lnTo>
                    <a:pt x="405452" y="90954"/>
                  </a:lnTo>
                  <a:lnTo>
                    <a:pt x="359398" y="100460"/>
                  </a:lnTo>
                  <a:lnTo>
                    <a:pt x="315727" y="110338"/>
                  </a:lnTo>
                  <a:lnTo>
                    <a:pt x="274520" y="120572"/>
                  </a:lnTo>
                  <a:lnTo>
                    <a:pt x="235858" y="131147"/>
                  </a:lnTo>
                  <a:lnTo>
                    <a:pt x="166496" y="153266"/>
                  </a:lnTo>
                  <a:lnTo>
                    <a:pt x="108288" y="176577"/>
                  </a:lnTo>
                  <a:lnTo>
                    <a:pt x="61886" y="200963"/>
                  </a:lnTo>
                  <a:lnTo>
                    <a:pt x="27937" y="226307"/>
                  </a:lnTo>
                  <a:lnTo>
                    <a:pt x="1786" y="265862"/>
                  </a:lnTo>
                  <a:lnTo>
                    <a:pt x="0" y="279400"/>
                  </a:lnTo>
                  <a:lnTo>
                    <a:pt x="1786" y="292937"/>
                  </a:lnTo>
                  <a:lnTo>
                    <a:pt x="27937" y="332492"/>
                  </a:lnTo>
                  <a:lnTo>
                    <a:pt x="61886" y="357836"/>
                  </a:lnTo>
                  <a:lnTo>
                    <a:pt x="108288" y="382222"/>
                  </a:lnTo>
                  <a:lnTo>
                    <a:pt x="166496" y="405533"/>
                  </a:lnTo>
                  <a:lnTo>
                    <a:pt x="235858" y="427652"/>
                  </a:lnTo>
                  <a:lnTo>
                    <a:pt x="274520" y="438227"/>
                  </a:lnTo>
                  <a:lnTo>
                    <a:pt x="315727" y="448461"/>
                  </a:lnTo>
                  <a:lnTo>
                    <a:pt x="359398" y="458339"/>
                  </a:lnTo>
                  <a:lnTo>
                    <a:pt x="405452" y="467845"/>
                  </a:lnTo>
                  <a:lnTo>
                    <a:pt x="453808" y="476965"/>
                  </a:lnTo>
                  <a:lnTo>
                    <a:pt x="504385" y="485685"/>
                  </a:lnTo>
                  <a:lnTo>
                    <a:pt x="557101" y="493990"/>
                  </a:lnTo>
                  <a:lnTo>
                    <a:pt x="611876" y="501865"/>
                  </a:lnTo>
                  <a:lnTo>
                    <a:pt x="668627" y="509296"/>
                  </a:lnTo>
                  <a:lnTo>
                    <a:pt x="727275" y="516268"/>
                  </a:lnTo>
                  <a:lnTo>
                    <a:pt x="787738" y="522766"/>
                  </a:lnTo>
                  <a:lnTo>
                    <a:pt x="849935" y="528776"/>
                  </a:lnTo>
                  <a:lnTo>
                    <a:pt x="913784" y="534283"/>
                  </a:lnTo>
                  <a:lnTo>
                    <a:pt x="979204" y="539272"/>
                  </a:lnTo>
                  <a:lnTo>
                    <a:pt x="1046115" y="543729"/>
                  </a:lnTo>
                  <a:lnTo>
                    <a:pt x="1114435" y="547640"/>
                  </a:lnTo>
                  <a:lnTo>
                    <a:pt x="1184083" y="550989"/>
                  </a:lnTo>
                  <a:lnTo>
                    <a:pt x="1254977" y="553762"/>
                  </a:lnTo>
                  <a:lnTo>
                    <a:pt x="1327037" y="555944"/>
                  </a:lnTo>
                  <a:lnTo>
                    <a:pt x="1400182" y="557520"/>
                  </a:lnTo>
                  <a:lnTo>
                    <a:pt x="1474330" y="558477"/>
                  </a:lnTo>
                  <a:lnTo>
                    <a:pt x="1549400" y="558800"/>
                  </a:lnTo>
                  <a:lnTo>
                    <a:pt x="1624469" y="558477"/>
                  </a:lnTo>
                  <a:lnTo>
                    <a:pt x="1698617" y="557520"/>
                  </a:lnTo>
                  <a:lnTo>
                    <a:pt x="1771761" y="555944"/>
                  </a:lnTo>
                  <a:lnTo>
                    <a:pt x="1843821" y="553762"/>
                  </a:lnTo>
                  <a:lnTo>
                    <a:pt x="1914716" y="550989"/>
                  </a:lnTo>
                  <a:lnTo>
                    <a:pt x="1984364" y="547640"/>
                  </a:lnTo>
                  <a:lnTo>
                    <a:pt x="2052683" y="543729"/>
                  </a:lnTo>
                  <a:lnTo>
                    <a:pt x="2119594" y="539272"/>
                  </a:lnTo>
                  <a:lnTo>
                    <a:pt x="2185015" y="534283"/>
                  </a:lnTo>
                  <a:lnTo>
                    <a:pt x="2248864" y="528776"/>
                  </a:lnTo>
                  <a:lnTo>
                    <a:pt x="2311060" y="522766"/>
                  </a:lnTo>
                  <a:lnTo>
                    <a:pt x="2371523" y="516268"/>
                  </a:lnTo>
                  <a:lnTo>
                    <a:pt x="2430171" y="509296"/>
                  </a:lnTo>
                  <a:lnTo>
                    <a:pt x="2486923" y="501865"/>
                  </a:lnTo>
                  <a:lnTo>
                    <a:pt x="2541698" y="493990"/>
                  </a:lnTo>
                  <a:lnTo>
                    <a:pt x="2594414" y="485685"/>
                  </a:lnTo>
                  <a:lnTo>
                    <a:pt x="2644991" y="476965"/>
                  </a:lnTo>
                  <a:lnTo>
                    <a:pt x="2693347" y="467845"/>
                  </a:lnTo>
                  <a:lnTo>
                    <a:pt x="2739401" y="458339"/>
                  </a:lnTo>
                  <a:lnTo>
                    <a:pt x="2783072" y="448461"/>
                  </a:lnTo>
                  <a:lnTo>
                    <a:pt x="2824279" y="438227"/>
                  </a:lnTo>
                  <a:lnTo>
                    <a:pt x="2862941" y="427652"/>
                  </a:lnTo>
                  <a:lnTo>
                    <a:pt x="2932303" y="405533"/>
                  </a:lnTo>
                  <a:lnTo>
                    <a:pt x="2990510" y="382222"/>
                  </a:lnTo>
                  <a:lnTo>
                    <a:pt x="3036913" y="357836"/>
                  </a:lnTo>
                  <a:lnTo>
                    <a:pt x="3070861" y="332492"/>
                  </a:lnTo>
                  <a:lnTo>
                    <a:pt x="3097013" y="292937"/>
                  </a:lnTo>
                  <a:lnTo>
                    <a:pt x="3098799" y="279400"/>
                  </a:lnTo>
                  <a:lnTo>
                    <a:pt x="3097013" y="265862"/>
                  </a:lnTo>
                  <a:lnTo>
                    <a:pt x="3070861" y="226307"/>
                  </a:lnTo>
                  <a:lnTo>
                    <a:pt x="3036913" y="200963"/>
                  </a:lnTo>
                  <a:lnTo>
                    <a:pt x="2990510" y="176577"/>
                  </a:lnTo>
                  <a:lnTo>
                    <a:pt x="2932303" y="153266"/>
                  </a:lnTo>
                  <a:lnTo>
                    <a:pt x="2862941" y="131147"/>
                  </a:lnTo>
                  <a:lnTo>
                    <a:pt x="2824279" y="120572"/>
                  </a:lnTo>
                  <a:lnTo>
                    <a:pt x="2783072" y="110338"/>
                  </a:lnTo>
                  <a:lnTo>
                    <a:pt x="2739401" y="100460"/>
                  </a:lnTo>
                  <a:lnTo>
                    <a:pt x="2693347" y="90954"/>
                  </a:lnTo>
                  <a:lnTo>
                    <a:pt x="2644991" y="81834"/>
                  </a:lnTo>
                  <a:lnTo>
                    <a:pt x="2594414" y="73114"/>
                  </a:lnTo>
                  <a:lnTo>
                    <a:pt x="2541698" y="64809"/>
                  </a:lnTo>
                  <a:lnTo>
                    <a:pt x="2486923" y="56934"/>
                  </a:lnTo>
                  <a:lnTo>
                    <a:pt x="2430171" y="49503"/>
                  </a:lnTo>
                  <a:lnTo>
                    <a:pt x="2371523" y="42531"/>
                  </a:lnTo>
                  <a:lnTo>
                    <a:pt x="2311060" y="36033"/>
                  </a:lnTo>
                  <a:lnTo>
                    <a:pt x="2248864" y="30023"/>
                  </a:lnTo>
                  <a:lnTo>
                    <a:pt x="2185015" y="24516"/>
                  </a:lnTo>
                  <a:lnTo>
                    <a:pt x="2119594" y="19527"/>
                  </a:lnTo>
                  <a:lnTo>
                    <a:pt x="2052683" y="15070"/>
                  </a:lnTo>
                  <a:lnTo>
                    <a:pt x="1984364" y="11159"/>
                  </a:lnTo>
                  <a:lnTo>
                    <a:pt x="1914716" y="7810"/>
                  </a:lnTo>
                  <a:lnTo>
                    <a:pt x="1843821" y="5037"/>
                  </a:lnTo>
                  <a:lnTo>
                    <a:pt x="1771761" y="2855"/>
                  </a:lnTo>
                  <a:lnTo>
                    <a:pt x="1698617" y="1279"/>
                  </a:lnTo>
                  <a:lnTo>
                    <a:pt x="1624469" y="322"/>
                  </a:lnTo>
                  <a:lnTo>
                    <a:pt x="154940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19"/>
            <p:cNvSpPr/>
            <p:nvPr/>
          </p:nvSpPr>
          <p:spPr>
            <a:xfrm>
              <a:off x="3796600" y="4292599"/>
              <a:ext cx="3098800" cy="558800"/>
            </a:xfrm>
            <a:custGeom>
              <a:avLst/>
              <a:gdLst/>
              <a:ahLst/>
              <a:cxnLst/>
              <a:rect l="l" t="t" r="r" b="b"/>
              <a:pathLst>
                <a:path w="3098800" h="558800">
                  <a:moveTo>
                    <a:pt x="3098799" y="279400"/>
                  </a:moveTo>
                  <a:lnTo>
                    <a:pt x="3082963" y="239301"/>
                  </a:lnTo>
                  <a:lnTo>
                    <a:pt x="3036913" y="200963"/>
                  </a:lnTo>
                  <a:lnTo>
                    <a:pt x="2990510" y="176577"/>
                  </a:lnTo>
                  <a:lnTo>
                    <a:pt x="2932303" y="153266"/>
                  </a:lnTo>
                  <a:lnTo>
                    <a:pt x="2862941" y="131147"/>
                  </a:lnTo>
                  <a:lnTo>
                    <a:pt x="2824279" y="120572"/>
                  </a:lnTo>
                  <a:lnTo>
                    <a:pt x="2783072" y="110338"/>
                  </a:lnTo>
                  <a:lnTo>
                    <a:pt x="2739401" y="100460"/>
                  </a:lnTo>
                  <a:lnTo>
                    <a:pt x="2693347" y="90954"/>
                  </a:lnTo>
                  <a:lnTo>
                    <a:pt x="2644991" y="81834"/>
                  </a:lnTo>
                  <a:lnTo>
                    <a:pt x="2594414" y="73114"/>
                  </a:lnTo>
                  <a:lnTo>
                    <a:pt x="2541698" y="64809"/>
                  </a:lnTo>
                  <a:lnTo>
                    <a:pt x="2486923" y="56934"/>
                  </a:lnTo>
                  <a:lnTo>
                    <a:pt x="2430171" y="49503"/>
                  </a:lnTo>
                  <a:lnTo>
                    <a:pt x="2371523" y="42531"/>
                  </a:lnTo>
                  <a:lnTo>
                    <a:pt x="2311060" y="36033"/>
                  </a:lnTo>
                  <a:lnTo>
                    <a:pt x="2248864" y="30023"/>
                  </a:lnTo>
                  <a:lnTo>
                    <a:pt x="2185015" y="24516"/>
                  </a:lnTo>
                  <a:lnTo>
                    <a:pt x="2119594" y="19527"/>
                  </a:lnTo>
                  <a:lnTo>
                    <a:pt x="2052683" y="15070"/>
                  </a:lnTo>
                  <a:lnTo>
                    <a:pt x="1984364" y="11159"/>
                  </a:lnTo>
                  <a:lnTo>
                    <a:pt x="1914716" y="7810"/>
                  </a:lnTo>
                  <a:lnTo>
                    <a:pt x="1843821" y="5037"/>
                  </a:lnTo>
                  <a:lnTo>
                    <a:pt x="1771761" y="2855"/>
                  </a:lnTo>
                  <a:lnTo>
                    <a:pt x="1698617" y="1279"/>
                  </a:lnTo>
                  <a:lnTo>
                    <a:pt x="1624469" y="322"/>
                  </a:lnTo>
                  <a:lnTo>
                    <a:pt x="1549400" y="0"/>
                  </a:lnTo>
                  <a:lnTo>
                    <a:pt x="1474330" y="322"/>
                  </a:lnTo>
                  <a:lnTo>
                    <a:pt x="1400182" y="1279"/>
                  </a:lnTo>
                  <a:lnTo>
                    <a:pt x="1327037" y="2855"/>
                  </a:lnTo>
                  <a:lnTo>
                    <a:pt x="1254977" y="5037"/>
                  </a:lnTo>
                  <a:lnTo>
                    <a:pt x="1184083" y="7810"/>
                  </a:lnTo>
                  <a:lnTo>
                    <a:pt x="1114435" y="11159"/>
                  </a:lnTo>
                  <a:lnTo>
                    <a:pt x="1046115" y="15070"/>
                  </a:lnTo>
                  <a:lnTo>
                    <a:pt x="979204" y="19527"/>
                  </a:lnTo>
                  <a:lnTo>
                    <a:pt x="913784" y="24516"/>
                  </a:lnTo>
                  <a:lnTo>
                    <a:pt x="849935" y="30023"/>
                  </a:lnTo>
                  <a:lnTo>
                    <a:pt x="787738" y="36033"/>
                  </a:lnTo>
                  <a:lnTo>
                    <a:pt x="727275" y="42531"/>
                  </a:lnTo>
                  <a:lnTo>
                    <a:pt x="668627" y="49503"/>
                  </a:lnTo>
                  <a:lnTo>
                    <a:pt x="611876" y="56934"/>
                  </a:lnTo>
                  <a:lnTo>
                    <a:pt x="557101" y="64809"/>
                  </a:lnTo>
                  <a:lnTo>
                    <a:pt x="504385" y="73114"/>
                  </a:lnTo>
                  <a:lnTo>
                    <a:pt x="453808" y="81834"/>
                  </a:lnTo>
                  <a:lnTo>
                    <a:pt x="405452" y="90954"/>
                  </a:lnTo>
                  <a:lnTo>
                    <a:pt x="359398" y="100460"/>
                  </a:lnTo>
                  <a:lnTo>
                    <a:pt x="315727" y="110338"/>
                  </a:lnTo>
                  <a:lnTo>
                    <a:pt x="274520" y="120572"/>
                  </a:lnTo>
                  <a:lnTo>
                    <a:pt x="235858" y="131147"/>
                  </a:lnTo>
                  <a:lnTo>
                    <a:pt x="166496" y="153266"/>
                  </a:lnTo>
                  <a:lnTo>
                    <a:pt x="108288" y="176577"/>
                  </a:lnTo>
                  <a:lnTo>
                    <a:pt x="61886" y="200963"/>
                  </a:lnTo>
                  <a:lnTo>
                    <a:pt x="27937" y="226307"/>
                  </a:lnTo>
                  <a:lnTo>
                    <a:pt x="1786" y="265862"/>
                  </a:lnTo>
                  <a:lnTo>
                    <a:pt x="0" y="279400"/>
                  </a:lnTo>
                  <a:lnTo>
                    <a:pt x="1786" y="292937"/>
                  </a:lnTo>
                  <a:lnTo>
                    <a:pt x="27937" y="332492"/>
                  </a:lnTo>
                  <a:lnTo>
                    <a:pt x="61886" y="357836"/>
                  </a:lnTo>
                  <a:lnTo>
                    <a:pt x="108288" y="382222"/>
                  </a:lnTo>
                  <a:lnTo>
                    <a:pt x="166496" y="405533"/>
                  </a:lnTo>
                  <a:lnTo>
                    <a:pt x="235858" y="427652"/>
                  </a:lnTo>
                  <a:lnTo>
                    <a:pt x="274520" y="438227"/>
                  </a:lnTo>
                  <a:lnTo>
                    <a:pt x="315727" y="448461"/>
                  </a:lnTo>
                  <a:lnTo>
                    <a:pt x="359398" y="458339"/>
                  </a:lnTo>
                  <a:lnTo>
                    <a:pt x="405452" y="467845"/>
                  </a:lnTo>
                  <a:lnTo>
                    <a:pt x="453808" y="476965"/>
                  </a:lnTo>
                  <a:lnTo>
                    <a:pt x="504385" y="485685"/>
                  </a:lnTo>
                  <a:lnTo>
                    <a:pt x="557101" y="493990"/>
                  </a:lnTo>
                  <a:lnTo>
                    <a:pt x="611876" y="501865"/>
                  </a:lnTo>
                  <a:lnTo>
                    <a:pt x="668627" y="509296"/>
                  </a:lnTo>
                  <a:lnTo>
                    <a:pt x="727275" y="516268"/>
                  </a:lnTo>
                  <a:lnTo>
                    <a:pt x="787738" y="522766"/>
                  </a:lnTo>
                  <a:lnTo>
                    <a:pt x="849935" y="528776"/>
                  </a:lnTo>
                  <a:lnTo>
                    <a:pt x="913784" y="534283"/>
                  </a:lnTo>
                  <a:lnTo>
                    <a:pt x="979204" y="539272"/>
                  </a:lnTo>
                  <a:lnTo>
                    <a:pt x="1046115" y="543729"/>
                  </a:lnTo>
                  <a:lnTo>
                    <a:pt x="1114435" y="547640"/>
                  </a:lnTo>
                  <a:lnTo>
                    <a:pt x="1184083" y="550989"/>
                  </a:lnTo>
                  <a:lnTo>
                    <a:pt x="1254977" y="553762"/>
                  </a:lnTo>
                  <a:lnTo>
                    <a:pt x="1327037" y="555944"/>
                  </a:lnTo>
                  <a:lnTo>
                    <a:pt x="1400182" y="557520"/>
                  </a:lnTo>
                  <a:lnTo>
                    <a:pt x="1474330" y="558477"/>
                  </a:lnTo>
                  <a:lnTo>
                    <a:pt x="1549400" y="558800"/>
                  </a:lnTo>
                  <a:lnTo>
                    <a:pt x="1624469" y="558477"/>
                  </a:lnTo>
                  <a:lnTo>
                    <a:pt x="1698617" y="557520"/>
                  </a:lnTo>
                  <a:lnTo>
                    <a:pt x="1771761" y="555944"/>
                  </a:lnTo>
                  <a:lnTo>
                    <a:pt x="1843821" y="553762"/>
                  </a:lnTo>
                  <a:lnTo>
                    <a:pt x="1914716" y="550989"/>
                  </a:lnTo>
                  <a:lnTo>
                    <a:pt x="1984364" y="547640"/>
                  </a:lnTo>
                  <a:lnTo>
                    <a:pt x="2052683" y="543729"/>
                  </a:lnTo>
                  <a:lnTo>
                    <a:pt x="2119594" y="539272"/>
                  </a:lnTo>
                  <a:lnTo>
                    <a:pt x="2185015" y="534283"/>
                  </a:lnTo>
                  <a:lnTo>
                    <a:pt x="2248864" y="528776"/>
                  </a:lnTo>
                  <a:lnTo>
                    <a:pt x="2311060" y="522766"/>
                  </a:lnTo>
                  <a:lnTo>
                    <a:pt x="2371523" y="516268"/>
                  </a:lnTo>
                  <a:lnTo>
                    <a:pt x="2430171" y="509296"/>
                  </a:lnTo>
                  <a:lnTo>
                    <a:pt x="2486923" y="501865"/>
                  </a:lnTo>
                  <a:lnTo>
                    <a:pt x="2541698" y="493990"/>
                  </a:lnTo>
                  <a:lnTo>
                    <a:pt x="2594414" y="485685"/>
                  </a:lnTo>
                  <a:lnTo>
                    <a:pt x="2644991" y="476965"/>
                  </a:lnTo>
                  <a:lnTo>
                    <a:pt x="2693347" y="467845"/>
                  </a:lnTo>
                  <a:lnTo>
                    <a:pt x="2739401" y="458339"/>
                  </a:lnTo>
                  <a:lnTo>
                    <a:pt x="2783072" y="448461"/>
                  </a:lnTo>
                  <a:lnTo>
                    <a:pt x="2824279" y="438227"/>
                  </a:lnTo>
                  <a:lnTo>
                    <a:pt x="2862941" y="427652"/>
                  </a:lnTo>
                  <a:lnTo>
                    <a:pt x="2932303" y="405533"/>
                  </a:lnTo>
                  <a:lnTo>
                    <a:pt x="2990510" y="382222"/>
                  </a:lnTo>
                  <a:lnTo>
                    <a:pt x="3036913" y="357836"/>
                  </a:lnTo>
                  <a:lnTo>
                    <a:pt x="3070861" y="332492"/>
                  </a:lnTo>
                  <a:lnTo>
                    <a:pt x="3097013" y="292937"/>
                  </a:lnTo>
                  <a:lnTo>
                    <a:pt x="3098799" y="279400"/>
                  </a:lnTo>
                </a:path>
              </a:pathLst>
            </a:custGeom>
            <a:ln w="20320">
              <a:solidFill>
                <a:srgbClr val="0A7285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0" name="object 20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788669" y="1706569"/>
              <a:ext cx="251460" cy="251459"/>
            </a:xfrm>
            <a:prstGeom prst="rect">
              <a:avLst/>
            </a:prstGeom>
          </p:spPr>
        </p:pic>
        <p:sp>
          <p:nvSpPr>
            <p:cNvPr id="21" name="object 21"/>
            <p:cNvSpPr/>
            <p:nvPr/>
          </p:nvSpPr>
          <p:spPr>
            <a:xfrm>
              <a:off x="736599" y="1946599"/>
              <a:ext cx="355600" cy="482600"/>
            </a:xfrm>
            <a:custGeom>
              <a:avLst/>
              <a:gdLst/>
              <a:ahLst/>
              <a:cxnLst/>
              <a:rect l="l" t="t" r="r" b="b"/>
              <a:pathLst>
                <a:path w="355600" h="482600">
                  <a:moveTo>
                    <a:pt x="177800" y="0"/>
                  </a:moveTo>
                  <a:lnTo>
                    <a:pt x="177800" y="279400"/>
                  </a:lnTo>
                </a:path>
                <a:path w="355600" h="482600">
                  <a:moveTo>
                    <a:pt x="0" y="76200"/>
                  </a:moveTo>
                  <a:lnTo>
                    <a:pt x="355600" y="76200"/>
                  </a:lnTo>
                </a:path>
                <a:path w="355600" h="482600">
                  <a:moveTo>
                    <a:pt x="177800" y="279400"/>
                  </a:moveTo>
                  <a:lnTo>
                    <a:pt x="25400" y="482600"/>
                  </a:lnTo>
                </a:path>
                <a:path w="355600" h="482600">
                  <a:moveTo>
                    <a:pt x="177800" y="279400"/>
                  </a:moveTo>
                  <a:lnTo>
                    <a:pt x="330200" y="482600"/>
                  </a:lnTo>
                </a:path>
              </a:pathLst>
            </a:custGeom>
            <a:ln w="22860">
              <a:solidFill>
                <a:srgbClr val="1A6B3A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2" name="object 22"/>
          <p:cNvSpPr txBox="1"/>
          <p:nvPr/>
        </p:nvSpPr>
        <p:spPr>
          <a:xfrm>
            <a:off x="625043" y="2378399"/>
            <a:ext cx="579120" cy="274320"/>
          </a:xfrm>
          <a:prstGeom prst="rect">
            <a:avLst/>
          </a:prstGeom>
        </p:spPr>
        <p:txBody>
          <a:bodyPr vert="horz" wrap="square" lIns="0" tIns="7620" rIns="0" bIns="0" rtlCol="0">
            <a:spAutoFit/>
          </a:bodyPr>
          <a:lstStyle/>
          <a:p>
            <a:pPr marL="102870" marR="5080" indent="-90805">
              <a:lnSpc>
                <a:spcPct val="104200"/>
              </a:lnSpc>
              <a:spcBef>
                <a:spcPts val="60"/>
              </a:spcBef>
            </a:pPr>
            <a:r>
              <a:rPr sz="800" b="1" spc="-10" dirty="0">
                <a:solidFill>
                  <a:srgbClr val="1A6B3A"/>
                </a:solidFill>
                <a:latin typeface="Arial"/>
                <a:cs typeface="Arial"/>
              </a:rPr>
              <a:t>Subscribed Retailer</a:t>
            </a:r>
            <a:endParaRPr sz="800">
              <a:latin typeface="Arial"/>
              <a:cs typeface="Arial"/>
            </a:endParaRPr>
          </a:p>
        </p:txBody>
      </p:sp>
      <p:grpSp>
        <p:nvGrpSpPr>
          <p:cNvPr id="23" name="object 23"/>
          <p:cNvGrpSpPr/>
          <p:nvPr/>
        </p:nvGrpSpPr>
        <p:grpSpPr>
          <a:xfrm>
            <a:off x="725169" y="4310069"/>
            <a:ext cx="378460" cy="734060"/>
            <a:chOff x="725169" y="4310069"/>
            <a:chExt cx="378460" cy="734060"/>
          </a:xfrm>
        </p:grpSpPr>
        <p:pic>
          <p:nvPicPr>
            <p:cNvPr id="24" name="object 2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788669" y="4310069"/>
              <a:ext cx="251460" cy="251460"/>
            </a:xfrm>
            <a:prstGeom prst="rect">
              <a:avLst/>
            </a:prstGeom>
          </p:spPr>
        </p:pic>
        <p:sp>
          <p:nvSpPr>
            <p:cNvPr id="25" name="object 25"/>
            <p:cNvSpPr/>
            <p:nvPr/>
          </p:nvSpPr>
          <p:spPr>
            <a:xfrm>
              <a:off x="736599" y="4550099"/>
              <a:ext cx="355600" cy="482600"/>
            </a:xfrm>
            <a:custGeom>
              <a:avLst/>
              <a:gdLst/>
              <a:ahLst/>
              <a:cxnLst/>
              <a:rect l="l" t="t" r="r" b="b"/>
              <a:pathLst>
                <a:path w="355600" h="482600">
                  <a:moveTo>
                    <a:pt x="177800" y="0"/>
                  </a:moveTo>
                  <a:lnTo>
                    <a:pt x="177800" y="279400"/>
                  </a:lnTo>
                </a:path>
                <a:path w="355600" h="482600">
                  <a:moveTo>
                    <a:pt x="0" y="76200"/>
                  </a:moveTo>
                  <a:lnTo>
                    <a:pt x="355600" y="76200"/>
                  </a:lnTo>
                </a:path>
                <a:path w="355600" h="482600">
                  <a:moveTo>
                    <a:pt x="177800" y="279400"/>
                  </a:moveTo>
                  <a:lnTo>
                    <a:pt x="25400" y="482600"/>
                  </a:lnTo>
                </a:path>
                <a:path w="355600" h="482600">
                  <a:moveTo>
                    <a:pt x="177800" y="279400"/>
                  </a:moveTo>
                  <a:lnTo>
                    <a:pt x="330200" y="482600"/>
                  </a:lnTo>
                </a:path>
              </a:pathLst>
            </a:custGeom>
            <a:ln w="22860">
              <a:solidFill>
                <a:srgbClr val="1A6B3A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6" name="object 26"/>
          <p:cNvSpPr txBox="1"/>
          <p:nvPr/>
        </p:nvSpPr>
        <p:spPr>
          <a:xfrm>
            <a:off x="625043" y="4981899"/>
            <a:ext cx="579120" cy="274320"/>
          </a:xfrm>
          <a:prstGeom prst="rect">
            <a:avLst/>
          </a:prstGeom>
        </p:spPr>
        <p:txBody>
          <a:bodyPr vert="horz" wrap="square" lIns="0" tIns="7620" rIns="0" bIns="0" rtlCol="0">
            <a:spAutoFit/>
          </a:bodyPr>
          <a:lstStyle/>
          <a:p>
            <a:pPr marL="85725" marR="5080" indent="-73660">
              <a:lnSpc>
                <a:spcPct val="104200"/>
              </a:lnSpc>
              <a:spcBef>
                <a:spcPts val="60"/>
              </a:spcBef>
            </a:pPr>
            <a:r>
              <a:rPr sz="800" b="1" spc="-10" dirty="0">
                <a:solidFill>
                  <a:srgbClr val="1A6B3A"/>
                </a:solidFill>
                <a:latin typeface="Arial"/>
                <a:cs typeface="Arial"/>
              </a:rPr>
              <a:t>Subscribed Supplier</a:t>
            </a:r>
            <a:endParaRPr sz="800">
              <a:latin typeface="Arial"/>
              <a:cs typeface="Arial"/>
            </a:endParaRPr>
          </a:p>
        </p:txBody>
      </p:sp>
      <p:grpSp>
        <p:nvGrpSpPr>
          <p:cNvPr id="27" name="object 27"/>
          <p:cNvGrpSpPr/>
          <p:nvPr/>
        </p:nvGrpSpPr>
        <p:grpSpPr>
          <a:xfrm>
            <a:off x="9588370" y="1706569"/>
            <a:ext cx="378460" cy="734060"/>
            <a:chOff x="9588370" y="1706569"/>
            <a:chExt cx="378460" cy="734060"/>
          </a:xfrm>
        </p:grpSpPr>
        <p:pic>
          <p:nvPicPr>
            <p:cNvPr id="28" name="object 28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9651870" y="1706569"/>
              <a:ext cx="251459" cy="251459"/>
            </a:xfrm>
            <a:prstGeom prst="rect">
              <a:avLst/>
            </a:prstGeom>
          </p:spPr>
        </p:pic>
        <p:sp>
          <p:nvSpPr>
            <p:cNvPr id="29" name="object 29"/>
            <p:cNvSpPr/>
            <p:nvPr/>
          </p:nvSpPr>
          <p:spPr>
            <a:xfrm>
              <a:off x="9599800" y="1946599"/>
              <a:ext cx="355600" cy="482600"/>
            </a:xfrm>
            <a:custGeom>
              <a:avLst/>
              <a:gdLst/>
              <a:ahLst/>
              <a:cxnLst/>
              <a:rect l="l" t="t" r="r" b="b"/>
              <a:pathLst>
                <a:path w="355600" h="482600">
                  <a:moveTo>
                    <a:pt x="177800" y="0"/>
                  </a:moveTo>
                  <a:lnTo>
                    <a:pt x="177800" y="279400"/>
                  </a:lnTo>
                </a:path>
                <a:path w="355600" h="482600">
                  <a:moveTo>
                    <a:pt x="0" y="76200"/>
                  </a:moveTo>
                  <a:lnTo>
                    <a:pt x="355600" y="76200"/>
                  </a:lnTo>
                </a:path>
                <a:path w="355600" h="482600">
                  <a:moveTo>
                    <a:pt x="177800" y="279400"/>
                  </a:moveTo>
                  <a:lnTo>
                    <a:pt x="25400" y="482600"/>
                  </a:lnTo>
                </a:path>
                <a:path w="355600" h="482600">
                  <a:moveTo>
                    <a:pt x="177800" y="279400"/>
                  </a:moveTo>
                  <a:lnTo>
                    <a:pt x="330200" y="482600"/>
                  </a:lnTo>
                </a:path>
              </a:pathLst>
            </a:custGeom>
            <a:ln w="22860">
              <a:solidFill>
                <a:srgbClr val="1A3A5B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0" name="object 30"/>
          <p:cNvSpPr txBox="1"/>
          <p:nvPr/>
        </p:nvSpPr>
        <p:spPr>
          <a:xfrm>
            <a:off x="9431855" y="2378399"/>
            <a:ext cx="691515" cy="274320"/>
          </a:xfrm>
          <a:prstGeom prst="rect">
            <a:avLst/>
          </a:prstGeom>
        </p:spPr>
        <p:txBody>
          <a:bodyPr vert="horz" wrap="square" lIns="0" tIns="7620" rIns="0" bIns="0" rtlCol="0">
            <a:spAutoFit/>
          </a:bodyPr>
          <a:lstStyle/>
          <a:p>
            <a:pPr marL="12700" marR="5080" indent="146685">
              <a:lnSpc>
                <a:spcPct val="104200"/>
              </a:lnSpc>
              <a:spcBef>
                <a:spcPts val="60"/>
              </a:spcBef>
            </a:pPr>
            <a:r>
              <a:rPr sz="800" b="1" spc="-10" dirty="0">
                <a:solidFill>
                  <a:srgbClr val="1A3A5B"/>
                </a:solidFill>
                <a:latin typeface="Arial"/>
                <a:cs typeface="Arial"/>
              </a:rPr>
              <a:t>Catalog Administrator</a:t>
            </a:r>
            <a:endParaRPr sz="800">
              <a:latin typeface="Arial"/>
              <a:cs typeface="Arial"/>
            </a:endParaRPr>
          </a:p>
        </p:txBody>
      </p:sp>
      <p:grpSp>
        <p:nvGrpSpPr>
          <p:cNvPr id="31" name="object 31"/>
          <p:cNvGrpSpPr/>
          <p:nvPr/>
        </p:nvGrpSpPr>
        <p:grpSpPr>
          <a:xfrm>
            <a:off x="9588370" y="4310069"/>
            <a:ext cx="378460" cy="734060"/>
            <a:chOff x="9588370" y="4310069"/>
            <a:chExt cx="378460" cy="734060"/>
          </a:xfrm>
        </p:grpSpPr>
        <p:pic>
          <p:nvPicPr>
            <p:cNvPr id="32" name="object 32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9651870" y="4310069"/>
              <a:ext cx="251459" cy="251460"/>
            </a:xfrm>
            <a:prstGeom prst="rect">
              <a:avLst/>
            </a:prstGeom>
          </p:spPr>
        </p:pic>
        <p:sp>
          <p:nvSpPr>
            <p:cNvPr id="33" name="object 33"/>
            <p:cNvSpPr/>
            <p:nvPr/>
          </p:nvSpPr>
          <p:spPr>
            <a:xfrm>
              <a:off x="9599800" y="4550099"/>
              <a:ext cx="355600" cy="482600"/>
            </a:xfrm>
            <a:custGeom>
              <a:avLst/>
              <a:gdLst/>
              <a:ahLst/>
              <a:cxnLst/>
              <a:rect l="l" t="t" r="r" b="b"/>
              <a:pathLst>
                <a:path w="355600" h="482600">
                  <a:moveTo>
                    <a:pt x="177800" y="0"/>
                  </a:moveTo>
                  <a:lnTo>
                    <a:pt x="177800" y="279400"/>
                  </a:lnTo>
                </a:path>
                <a:path w="355600" h="482600">
                  <a:moveTo>
                    <a:pt x="0" y="76200"/>
                  </a:moveTo>
                  <a:lnTo>
                    <a:pt x="355600" y="76200"/>
                  </a:lnTo>
                </a:path>
                <a:path w="355600" h="482600">
                  <a:moveTo>
                    <a:pt x="177800" y="279400"/>
                  </a:moveTo>
                  <a:lnTo>
                    <a:pt x="25400" y="482600"/>
                  </a:lnTo>
                </a:path>
                <a:path w="355600" h="482600">
                  <a:moveTo>
                    <a:pt x="177800" y="279400"/>
                  </a:moveTo>
                  <a:lnTo>
                    <a:pt x="330200" y="482600"/>
                  </a:lnTo>
                </a:path>
              </a:pathLst>
            </a:custGeom>
            <a:ln w="22860">
              <a:solidFill>
                <a:srgbClr val="1A3A5B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4" name="object 34"/>
          <p:cNvSpPr txBox="1"/>
          <p:nvPr/>
        </p:nvSpPr>
        <p:spPr>
          <a:xfrm>
            <a:off x="9344327" y="4981899"/>
            <a:ext cx="866775" cy="274320"/>
          </a:xfrm>
          <a:prstGeom prst="rect">
            <a:avLst/>
          </a:prstGeom>
        </p:spPr>
        <p:txBody>
          <a:bodyPr vert="horz" wrap="square" lIns="0" tIns="7620" rIns="0" bIns="0" rtlCol="0">
            <a:spAutoFit/>
          </a:bodyPr>
          <a:lstStyle/>
          <a:p>
            <a:pPr marL="224154" marR="5080" indent="-212090">
              <a:lnSpc>
                <a:spcPct val="104200"/>
              </a:lnSpc>
              <a:spcBef>
                <a:spcPts val="60"/>
              </a:spcBef>
            </a:pPr>
            <a:r>
              <a:rPr sz="800" b="1" dirty="0">
                <a:solidFill>
                  <a:srgbClr val="1A3A5B"/>
                </a:solidFill>
                <a:latin typeface="Arial"/>
                <a:cs typeface="Arial"/>
              </a:rPr>
              <a:t>Supplier</a:t>
            </a:r>
            <a:r>
              <a:rPr sz="800" b="1" spc="-35" dirty="0">
                <a:solidFill>
                  <a:srgbClr val="1A3A5B"/>
                </a:solidFill>
                <a:latin typeface="Arial"/>
                <a:cs typeface="Arial"/>
              </a:rPr>
              <a:t> </a:t>
            </a:r>
            <a:r>
              <a:rPr sz="800" b="1" spc="-10" dirty="0">
                <a:solidFill>
                  <a:srgbClr val="1A3A5B"/>
                </a:solidFill>
                <a:latin typeface="Arial"/>
                <a:cs typeface="Arial"/>
              </a:rPr>
              <a:t>Account Manager</a:t>
            </a:r>
            <a:endParaRPr sz="800">
              <a:latin typeface="Arial"/>
              <a:cs typeface="Arial"/>
            </a:endParaRPr>
          </a:p>
        </p:txBody>
      </p:sp>
      <p:grpSp>
        <p:nvGrpSpPr>
          <p:cNvPr id="35" name="object 35"/>
          <p:cNvGrpSpPr/>
          <p:nvPr/>
        </p:nvGrpSpPr>
        <p:grpSpPr>
          <a:xfrm>
            <a:off x="907414" y="1230629"/>
            <a:ext cx="8877300" cy="3466465"/>
            <a:chOff x="907414" y="1230629"/>
            <a:chExt cx="8877300" cy="3466465"/>
          </a:xfrm>
        </p:grpSpPr>
        <p:sp>
          <p:nvSpPr>
            <p:cNvPr id="36" name="object 36"/>
            <p:cNvSpPr/>
            <p:nvPr/>
          </p:nvSpPr>
          <p:spPr>
            <a:xfrm>
              <a:off x="914399" y="2086299"/>
              <a:ext cx="2917825" cy="902969"/>
            </a:xfrm>
            <a:custGeom>
              <a:avLst/>
              <a:gdLst/>
              <a:ahLst/>
              <a:cxnLst/>
              <a:rect l="l" t="t" r="r" b="b"/>
              <a:pathLst>
                <a:path w="2917825" h="902969">
                  <a:moveTo>
                    <a:pt x="0" y="0"/>
                  </a:moveTo>
                  <a:lnTo>
                    <a:pt x="2917442" y="902446"/>
                  </a:lnTo>
                </a:path>
              </a:pathLst>
            </a:custGeom>
            <a:ln w="13969">
              <a:solidFill>
                <a:srgbClr val="0A7285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7" name="object 37"/>
            <p:cNvSpPr/>
            <p:nvPr/>
          </p:nvSpPr>
          <p:spPr>
            <a:xfrm>
              <a:off x="3717945" y="2916524"/>
              <a:ext cx="114300" cy="81915"/>
            </a:xfrm>
            <a:custGeom>
              <a:avLst/>
              <a:gdLst/>
              <a:ahLst/>
              <a:cxnLst/>
              <a:rect l="l" t="t" r="r" b="b"/>
              <a:pathLst>
                <a:path w="114300" h="81914">
                  <a:moveTo>
                    <a:pt x="25307" y="0"/>
                  </a:moveTo>
                  <a:lnTo>
                    <a:pt x="0" y="81809"/>
                  </a:lnTo>
                  <a:lnTo>
                    <a:pt x="113897" y="72222"/>
                  </a:lnTo>
                  <a:lnTo>
                    <a:pt x="25307" y="0"/>
                  </a:lnTo>
                  <a:close/>
                </a:path>
              </a:pathLst>
            </a:custGeom>
            <a:solidFill>
              <a:srgbClr val="0A728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8" name="object 38"/>
            <p:cNvSpPr/>
            <p:nvPr/>
          </p:nvSpPr>
          <p:spPr>
            <a:xfrm>
              <a:off x="914399" y="1686409"/>
              <a:ext cx="3171190" cy="3003550"/>
            </a:xfrm>
            <a:custGeom>
              <a:avLst/>
              <a:gdLst/>
              <a:ahLst/>
              <a:cxnLst/>
              <a:rect l="l" t="t" r="r" b="b"/>
              <a:pathLst>
                <a:path w="3171190" h="3003550">
                  <a:moveTo>
                    <a:pt x="0" y="3003389"/>
                  </a:moveTo>
                  <a:lnTo>
                    <a:pt x="3170850" y="0"/>
                  </a:lnTo>
                </a:path>
              </a:pathLst>
            </a:custGeom>
            <a:ln w="13970">
              <a:solidFill>
                <a:srgbClr val="0A7285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9" name="object 39"/>
            <p:cNvSpPr/>
            <p:nvPr/>
          </p:nvSpPr>
          <p:spPr>
            <a:xfrm>
              <a:off x="3978865" y="1686409"/>
              <a:ext cx="106680" cy="104139"/>
            </a:xfrm>
            <a:custGeom>
              <a:avLst/>
              <a:gdLst/>
              <a:ahLst/>
              <a:cxnLst/>
              <a:rect l="l" t="t" r="r" b="b"/>
              <a:pathLst>
                <a:path w="106679" h="104139">
                  <a:moveTo>
                    <a:pt x="106385" y="0"/>
                  </a:moveTo>
                  <a:lnTo>
                    <a:pt x="0" y="41791"/>
                  </a:lnTo>
                  <a:lnTo>
                    <a:pt x="58888" y="103964"/>
                  </a:lnTo>
                  <a:lnTo>
                    <a:pt x="106385" y="0"/>
                  </a:lnTo>
                  <a:close/>
                </a:path>
              </a:pathLst>
            </a:custGeom>
            <a:solidFill>
              <a:srgbClr val="0A728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0" name="object 40"/>
            <p:cNvSpPr/>
            <p:nvPr/>
          </p:nvSpPr>
          <p:spPr>
            <a:xfrm>
              <a:off x="914399" y="2419216"/>
              <a:ext cx="3070225" cy="2270760"/>
            </a:xfrm>
            <a:custGeom>
              <a:avLst/>
              <a:gdLst/>
              <a:ahLst/>
              <a:cxnLst/>
              <a:rect l="l" t="t" r="r" b="b"/>
              <a:pathLst>
                <a:path w="3070225" h="2270760">
                  <a:moveTo>
                    <a:pt x="0" y="2270583"/>
                  </a:moveTo>
                  <a:lnTo>
                    <a:pt x="3069656" y="0"/>
                  </a:lnTo>
                </a:path>
              </a:pathLst>
            </a:custGeom>
            <a:ln w="13970">
              <a:solidFill>
                <a:srgbClr val="0A7285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1" name="object 41"/>
            <p:cNvSpPr/>
            <p:nvPr/>
          </p:nvSpPr>
          <p:spPr>
            <a:xfrm>
              <a:off x="3873392" y="2419216"/>
              <a:ext cx="111125" cy="97790"/>
            </a:xfrm>
            <a:custGeom>
              <a:avLst/>
              <a:gdLst/>
              <a:ahLst/>
              <a:cxnLst/>
              <a:rect l="l" t="t" r="r" b="b"/>
              <a:pathLst>
                <a:path w="111125" h="97789">
                  <a:moveTo>
                    <a:pt x="110663" y="0"/>
                  </a:moveTo>
                  <a:lnTo>
                    <a:pt x="0" y="28599"/>
                  </a:lnTo>
                  <a:lnTo>
                    <a:pt x="50925" y="97447"/>
                  </a:lnTo>
                  <a:lnTo>
                    <a:pt x="110663" y="0"/>
                  </a:lnTo>
                  <a:close/>
                </a:path>
              </a:pathLst>
            </a:custGeom>
            <a:solidFill>
              <a:srgbClr val="0A728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2" name="object 42"/>
            <p:cNvSpPr/>
            <p:nvPr/>
          </p:nvSpPr>
          <p:spPr>
            <a:xfrm>
              <a:off x="914399" y="3864406"/>
              <a:ext cx="2912110" cy="825500"/>
            </a:xfrm>
            <a:custGeom>
              <a:avLst/>
              <a:gdLst/>
              <a:ahLst/>
              <a:cxnLst/>
              <a:rect l="l" t="t" r="r" b="b"/>
              <a:pathLst>
                <a:path w="2912110" h="825500">
                  <a:moveTo>
                    <a:pt x="0" y="825393"/>
                  </a:moveTo>
                  <a:lnTo>
                    <a:pt x="2911859" y="0"/>
                  </a:lnTo>
                </a:path>
              </a:pathLst>
            </a:custGeom>
            <a:ln w="13970">
              <a:solidFill>
                <a:srgbClr val="0A7285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3" name="object 43"/>
            <p:cNvSpPr/>
            <p:nvPr/>
          </p:nvSpPr>
          <p:spPr>
            <a:xfrm>
              <a:off x="3712622" y="3852114"/>
              <a:ext cx="113664" cy="82550"/>
            </a:xfrm>
            <a:custGeom>
              <a:avLst/>
              <a:gdLst/>
              <a:ahLst/>
              <a:cxnLst/>
              <a:rect l="l" t="t" r="r" b="b"/>
              <a:pathLst>
                <a:path w="113664" h="82550">
                  <a:moveTo>
                    <a:pt x="0" y="0"/>
                  </a:moveTo>
                  <a:lnTo>
                    <a:pt x="23354" y="82388"/>
                  </a:lnTo>
                  <a:lnTo>
                    <a:pt x="113637" y="1229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A728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4" name="object 44"/>
            <p:cNvSpPr/>
            <p:nvPr/>
          </p:nvSpPr>
          <p:spPr>
            <a:xfrm>
              <a:off x="914399" y="4579424"/>
              <a:ext cx="2882900" cy="110489"/>
            </a:xfrm>
            <a:custGeom>
              <a:avLst/>
              <a:gdLst/>
              <a:ahLst/>
              <a:cxnLst/>
              <a:rect l="l" t="t" r="r" b="b"/>
              <a:pathLst>
                <a:path w="2882900" h="110489">
                  <a:moveTo>
                    <a:pt x="0" y="110375"/>
                  </a:moveTo>
                  <a:lnTo>
                    <a:pt x="2882747" y="0"/>
                  </a:lnTo>
                </a:path>
              </a:pathLst>
            </a:custGeom>
            <a:ln w="13970">
              <a:solidFill>
                <a:srgbClr val="0A7285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5" name="object 45"/>
            <p:cNvSpPr/>
            <p:nvPr/>
          </p:nvSpPr>
          <p:spPr>
            <a:xfrm>
              <a:off x="3689609" y="4540692"/>
              <a:ext cx="107950" cy="85725"/>
            </a:xfrm>
            <a:custGeom>
              <a:avLst/>
              <a:gdLst/>
              <a:ahLst/>
              <a:cxnLst/>
              <a:rect l="l" t="t" r="r" b="b"/>
              <a:pathLst>
                <a:path w="107950" h="85725">
                  <a:moveTo>
                    <a:pt x="0" y="0"/>
                  </a:moveTo>
                  <a:lnTo>
                    <a:pt x="3276" y="85572"/>
                  </a:lnTo>
                  <a:lnTo>
                    <a:pt x="107538" y="3873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A728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6" name="object 46"/>
            <p:cNvSpPr/>
            <p:nvPr/>
          </p:nvSpPr>
          <p:spPr>
            <a:xfrm>
              <a:off x="6883076" y="1559169"/>
              <a:ext cx="2894965" cy="527685"/>
            </a:xfrm>
            <a:custGeom>
              <a:avLst/>
              <a:gdLst/>
              <a:ahLst/>
              <a:cxnLst/>
              <a:rect l="l" t="t" r="r" b="b"/>
              <a:pathLst>
                <a:path w="2894965" h="527685">
                  <a:moveTo>
                    <a:pt x="2894524" y="527130"/>
                  </a:moveTo>
                  <a:lnTo>
                    <a:pt x="0" y="0"/>
                  </a:lnTo>
                </a:path>
              </a:pathLst>
            </a:custGeom>
            <a:ln w="13969">
              <a:solidFill>
                <a:srgbClr val="0A7285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7" name="object 47"/>
            <p:cNvSpPr/>
            <p:nvPr/>
          </p:nvSpPr>
          <p:spPr>
            <a:xfrm>
              <a:off x="6883076" y="1536031"/>
              <a:ext cx="112395" cy="84455"/>
            </a:xfrm>
            <a:custGeom>
              <a:avLst/>
              <a:gdLst/>
              <a:ahLst/>
              <a:cxnLst/>
              <a:rect l="l" t="t" r="r" b="b"/>
              <a:pathLst>
                <a:path w="112395" h="84455">
                  <a:moveTo>
                    <a:pt x="111933" y="0"/>
                  </a:moveTo>
                  <a:lnTo>
                    <a:pt x="0" y="23138"/>
                  </a:lnTo>
                  <a:lnTo>
                    <a:pt x="96591" y="84249"/>
                  </a:lnTo>
                  <a:lnTo>
                    <a:pt x="111933" y="0"/>
                  </a:lnTo>
                  <a:close/>
                </a:path>
              </a:pathLst>
            </a:custGeom>
            <a:solidFill>
              <a:srgbClr val="0A728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8" name="object 48"/>
            <p:cNvSpPr/>
            <p:nvPr/>
          </p:nvSpPr>
          <p:spPr>
            <a:xfrm>
              <a:off x="6893829" y="2086299"/>
              <a:ext cx="2884170" cy="187325"/>
            </a:xfrm>
            <a:custGeom>
              <a:avLst/>
              <a:gdLst/>
              <a:ahLst/>
              <a:cxnLst/>
              <a:rect l="l" t="t" r="r" b="b"/>
              <a:pathLst>
                <a:path w="2884170" h="187325">
                  <a:moveTo>
                    <a:pt x="2883771" y="0"/>
                  </a:moveTo>
                  <a:lnTo>
                    <a:pt x="0" y="187121"/>
                  </a:lnTo>
                </a:path>
              </a:pathLst>
            </a:custGeom>
            <a:ln w="13970">
              <a:solidFill>
                <a:srgbClr val="0A7285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9" name="object 49"/>
            <p:cNvSpPr/>
            <p:nvPr/>
          </p:nvSpPr>
          <p:spPr>
            <a:xfrm>
              <a:off x="6893829" y="2223831"/>
              <a:ext cx="108585" cy="85725"/>
            </a:xfrm>
            <a:custGeom>
              <a:avLst/>
              <a:gdLst/>
              <a:ahLst/>
              <a:cxnLst/>
              <a:rect l="l" t="t" r="r" b="b"/>
              <a:pathLst>
                <a:path w="108584" h="85725">
                  <a:moveTo>
                    <a:pt x="102981" y="0"/>
                  </a:moveTo>
                  <a:lnTo>
                    <a:pt x="0" y="49589"/>
                  </a:lnTo>
                  <a:lnTo>
                    <a:pt x="108527" y="85455"/>
                  </a:lnTo>
                  <a:lnTo>
                    <a:pt x="102981" y="0"/>
                  </a:lnTo>
                  <a:close/>
                </a:path>
              </a:pathLst>
            </a:custGeom>
            <a:solidFill>
              <a:srgbClr val="0A728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0" name="object 50"/>
            <p:cNvSpPr/>
            <p:nvPr/>
          </p:nvSpPr>
          <p:spPr>
            <a:xfrm>
              <a:off x="6790015" y="2086299"/>
              <a:ext cx="2987675" cy="1622425"/>
            </a:xfrm>
            <a:custGeom>
              <a:avLst/>
              <a:gdLst/>
              <a:ahLst/>
              <a:cxnLst/>
              <a:rect l="l" t="t" r="r" b="b"/>
              <a:pathLst>
                <a:path w="2987675" h="1622425">
                  <a:moveTo>
                    <a:pt x="2987584" y="0"/>
                  </a:moveTo>
                  <a:lnTo>
                    <a:pt x="0" y="1622417"/>
                  </a:lnTo>
                </a:path>
              </a:pathLst>
            </a:custGeom>
            <a:ln w="13970">
              <a:solidFill>
                <a:srgbClr val="0A7285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1" name="object 51"/>
            <p:cNvSpPr/>
            <p:nvPr/>
          </p:nvSpPr>
          <p:spPr>
            <a:xfrm>
              <a:off x="6790015" y="3620514"/>
              <a:ext cx="113664" cy="88265"/>
            </a:xfrm>
            <a:custGeom>
              <a:avLst/>
              <a:gdLst/>
              <a:ahLst/>
              <a:cxnLst/>
              <a:rect l="l" t="t" r="r" b="b"/>
              <a:pathLst>
                <a:path w="113665" h="88264">
                  <a:moveTo>
                    <a:pt x="72696" y="0"/>
                  </a:moveTo>
                  <a:lnTo>
                    <a:pt x="0" y="88202"/>
                  </a:lnTo>
                  <a:lnTo>
                    <a:pt x="113563" y="75255"/>
                  </a:lnTo>
                  <a:lnTo>
                    <a:pt x="72696" y="0"/>
                  </a:lnTo>
                  <a:close/>
                </a:path>
              </a:pathLst>
            </a:custGeom>
            <a:solidFill>
              <a:srgbClr val="0A728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2" name="object 52"/>
            <p:cNvSpPr/>
            <p:nvPr/>
          </p:nvSpPr>
          <p:spPr>
            <a:xfrm>
              <a:off x="6697339" y="2086299"/>
              <a:ext cx="3080385" cy="2349500"/>
            </a:xfrm>
            <a:custGeom>
              <a:avLst/>
              <a:gdLst/>
              <a:ahLst/>
              <a:cxnLst/>
              <a:rect l="l" t="t" r="r" b="b"/>
              <a:pathLst>
                <a:path w="3080384" h="2349500">
                  <a:moveTo>
                    <a:pt x="3080260" y="0"/>
                  </a:moveTo>
                  <a:lnTo>
                    <a:pt x="0" y="2349016"/>
                  </a:lnTo>
                </a:path>
              </a:pathLst>
            </a:custGeom>
            <a:ln w="13970">
              <a:solidFill>
                <a:srgbClr val="0A7285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3" name="object 53"/>
            <p:cNvSpPr/>
            <p:nvPr/>
          </p:nvSpPr>
          <p:spPr>
            <a:xfrm>
              <a:off x="6697339" y="4337005"/>
              <a:ext cx="110489" cy="98425"/>
            </a:xfrm>
            <a:custGeom>
              <a:avLst/>
              <a:gdLst/>
              <a:ahLst/>
              <a:cxnLst/>
              <a:rect l="l" t="t" r="r" b="b"/>
              <a:pathLst>
                <a:path w="110490" h="98425">
                  <a:moveTo>
                    <a:pt x="58304" y="0"/>
                  </a:moveTo>
                  <a:lnTo>
                    <a:pt x="0" y="98310"/>
                  </a:lnTo>
                  <a:lnTo>
                    <a:pt x="110233" y="68093"/>
                  </a:lnTo>
                  <a:lnTo>
                    <a:pt x="58304" y="0"/>
                  </a:lnTo>
                  <a:close/>
                </a:path>
              </a:pathLst>
            </a:custGeom>
            <a:solidFill>
              <a:srgbClr val="0A728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4" name="object 54"/>
            <p:cNvSpPr/>
            <p:nvPr/>
          </p:nvSpPr>
          <p:spPr>
            <a:xfrm>
              <a:off x="6894852" y="4579424"/>
              <a:ext cx="2882900" cy="110489"/>
            </a:xfrm>
            <a:custGeom>
              <a:avLst/>
              <a:gdLst/>
              <a:ahLst/>
              <a:cxnLst/>
              <a:rect l="l" t="t" r="r" b="b"/>
              <a:pathLst>
                <a:path w="2882900" h="110489">
                  <a:moveTo>
                    <a:pt x="2882747" y="110375"/>
                  </a:moveTo>
                  <a:lnTo>
                    <a:pt x="0" y="0"/>
                  </a:lnTo>
                </a:path>
              </a:pathLst>
            </a:custGeom>
            <a:ln w="13970">
              <a:solidFill>
                <a:srgbClr val="0A7285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5" name="object 55"/>
            <p:cNvSpPr/>
            <p:nvPr/>
          </p:nvSpPr>
          <p:spPr>
            <a:xfrm>
              <a:off x="6894852" y="4540692"/>
              <a:ext cx="107950" cy="85725"/>
            </a:xfrm>
            <a:custGeom>
              <a:avLst/>
              <a:gdLst/>
              <a:ahLst/>
              <a:cxnLst/>
              <a:rect l="l" t="t" r="r" b="b"/>
              <a:pathLst>
                <a:path w="107950" h="85725">
                  <a:moveTo>
                    <a:pt x="107537" y="0"/>
                  </a:moveTo>
                  <a:lnTo>
                    <a:pt x="0" y="38731"/>
                  </a:lnTo>
                  <a:lnTo>
                    <a:pt x="104261" y="85572"/>
                  </a:lnTo>
                  <a:lnTo>
                    <a:pt x="107537" y="0"/>
                  </a:lnTo>
                  <a:close/>
                </a:path>
              </a:pathLst>
            </a:custGeom>
            <a:solidFill>
              <a:srgbClr val="0A728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6" name="object 56"/>
            <p:cNvSpPr/>
            <p:nvPr/>
          </p:nvSpPr>
          <p:spPr>
            <a:xfrm>
              <a:off x="3796600" y="1244599"/>
              <a:ext cx="3098800" cy="558800"/>
            </a:xfrm>
            <a:custGeom>
              <a:avLst/>
              <a:gdLst/>
              <a:ahLst/>
              <a:cxnLst/>
              <a:rect l="l" t="t" r="r" b="b"/>
              <a:pathLst>
                <a:path w="3098800" h="558800">
                  <a:moveTo>
                    <a:pt x="1549400" y="0"/>
                  </a:moveTo>
                  <a:lnTo>
                    <a:pt x="1474330" y="322"/>
                  </a:lnTo>
                  <a:lnTo>
                    <a:pt x="1400182" y="1279"/>
                  </a:lnTo>
                  <a:lnTo>
                    <a:pt x="1327037" y="2855"/>
                  </a:lnTo>
                  <a:lnTo>
                    <a:pt x="1254977" y="5037"/>
                  </a:lnTo>
                  <a:lnTo>
                    <a:pt x="1184083" y="7810"/>
                  </a:lnTo>
                  <a:lnTo>
                    <a:pt x="1114435" y="11159"/>
                  </a:lnTo>
                  <a:lnTo>
                    <a:pt x="1046115" y="15070"/>
                  </a:lnTo>
                  <a:lnTo>
                    <a:pt x="979204" y="19527"/>
                  </a:lnTo>
                  <a:lnTo>
                    <a:pt x="913784" y="24516"/>
                  </a:lnTo>
                  <a:lnTo>
                    <a:pt x="849935" y="30023"/>
                  </a:lnTo>
                  <a:lnTo>
                    <a:pt x="787738" y="36033"/>
                  </a:lnTo>
                  <a:lnTo>
                    <a:pt x="727275" y="42531"/>
                  </a:lnTo>
                  <a:lnTo>
                    <a:pt x="668627" y="49503"/>
                  </a:lnTo>
                  <a:lnTo>
                    <a:pt x="611876" y="56934"/>
                  </a:lnTo>
                  <a:lnTo>
                    <a:pt x="557101" y="64809"/>
                  </a:lnTo>
                  <a:lnTo>
                    <a:pt x="504385" y="73114"/>
                  </a:lnTo>
                  <a:lnTo>
                    <a:pt x="453808" y="81834"/>
                  </a:lnTo>
                  <a:lnTo>
                    <a:pt x="405452" y="90954"/>
                  </a:lnTo>
                  <a:lnTo>
                    <a:pt x="359398" y="100460"/>
                  </a:lnTo>
                  <a:lnTo>
                    <a:pt x="315727" y="110338"/>
                  </a:lnTo>
                  <a:lnTo>
                    <a:pt x="274520" y="120572"/>
                  </a:lnTo>
                  <a:lnTo>
                    <a:pt x="235858" y="131147"/>
                  </a:lnTo>
                  <a:lnTo>
                    <a:pt x="166496" y="153266"/>
                  </a:lnTo>
                  <a:lnTo>
                    <a:pt x="108288" y="176577"/>
                  </a:lnTo>
                  <a:lnTo>
                    <a:pt x="61886" y="200963"/>
                  </a:lnTo>
                  <a:lnTo>
                    <a:pt x="27937" y="226307"/>
                  </a:lnTo>
                  <a:lnTo>
                    <a:pt x="1786" y="265862"/>
                  </a:lnTo>
                  <a:lnTo>
                    <a:pt x="0" y="279400"/>
                  </a:lnTo>
                  <a:lnTo>
                    <a:pt x="1786" y="292937"/>
                  </a:lnTo>
                  <a:lnTo>
                    <a:pt x="27937" y="332492"/>
                  </a:lnTo>
                  <a:lnTo>
                    <a:pt x="61886" y="357836"/>
                  </a:lnTo>
                  <a:lnTo>
                    <a:pt x="108288" y="382222"/>
                  </a:lnTo>
                  <a:lnTo>
                    <a:pt x="166496" y="405533"/>
                  </a:lnTo>
                  <a:lnTo>
                    <a:pt x="235858" y="427652"/>
                  </a:lnTo>
                  <a:lnTo>
                    <a:pt x="274520" y="438227"/>
                  </a:lnTo>
                  <a:lnTo>
                    <a:pt x="315727" y="448461"/>
                  </a:lnTo>
                  <a:lnTo>
                    <a:pt x="359398" y="458339"/>
                  </a:lnTo>
                  <a:lnTo>
                    <a:pt x="405452" y="467845"/>
                  </a:lnTo>
                  <a:lnTo>
                    <a:pt x="453808" y="476965"/>
                  </a:lnTo>
                  <a:lnTo>
                    <a:pt x="504385" y="485685"/>
                  </a:lnTo>
                  <a:lnTo>
                    <a:pt x="557101" y="493990"/>
                  </a:lnTo>
                  <a:lnTo>
                    <a:pt x="611876" y="501865"/>
                  </a:lnTo>
                  <a:lnTo>
                    <a:pt x="668627" y="509296"/>
                  </a:lnTo>
                  <a:lnTo>
                    <a:pt x="727275" y="516268"/>
                  </a:lnTo>
                  <a:lnTo>
                    <a:pt x="787738" y="522766"/>
                  </a:lnTo>
                  <a:lnTo>
                    <a:pt x="849935" y="528776"/>
                  </a:lnTo>
                  <a:lnTo>
                    <a:pt x="913784" y="534283"/>
                  </a:lnTo>
                  <a:lnTo>
                    <a:pt x="979204" y="539272"/>
                  </a:lnTo>
                  <a:lnTo>
                    <a:pt x="1046115" y="543729"/>
                  </a:lnTo>
                  <a:lnTo>
                    <a:pt x="1114435" y="547640"/>
                  </a:lnTo>
                  <a:lnTo>
                    <a:pt x="1184083" y="550989"/>
                  </a:lnTo>
                  <a:lnTo>
                    <a:pt x="1254977" y="553762"/>
                  </a:lnTo>
                  <a:lnTo>
                    <a:pt x="1327037" y="555944"/>
                  </a:lnTo>
                  <a:lnTo>
                    <a:pt x="1400182" y="557520"/>
                  </a:lnTo>
                  <a:lnTo>
                    <a:pt x="1474330" y="558477"/>
                  </a:lnTo>
                  <a:lnTo>
                    <a:pt x="1549400" y="558800"/>
                  </a:lnTo>
                  <a:lnTo>
                    <a:pt x="1624469" y="558477"/>
                  </a:lnTo>
                  <a:lnTo>
                    <a:pt x="1698617" y="557520"/>
                  </a:lnTo>
                  <a:lnTo>
                    <a:pt x="1771761" y="555944"/>
                  </a:lnTo>
                  <a:lnTo>
                    <a:pt x="1843821" y="553762"/>
                  </a:lnTo>
                  <a:lnTo>
                    <a:pt x="1914716" y="550989"/>
                  </a:lnTo>
                  <a:lnTo>
                    <a:pt x="1984364" y="547640"/>
                  </a:lnTo>
                  <a:lnTo>
                    <a:pt x="2052683" y="543729"/>
                  </a:lnTo>
                  <a:lnTo>
                    <a:pt x="2119594" y="539272"/>
                  </a:lnTo>
                  <a:lnTo>
                    <a:pt x="2185015" y="534283"/>
                  </a:lnTo>
                  <a:lnTo>
                    <a:pt x="2248864" y="528776"/>
                  </a:lnTo>
                  <a:lnTo>
                    <a:pt x="2311060" y="522766"/>
                  </a:lnTo>
                  <a:lnTo>
                    <a:pt x="2371523" y="516268"/>
                  </a:lnTo>
                  <a:lnTo>
                    <a:pt x="2430171" y="509296"/>
                  </a:lnTo>
                  <a:lnTo>
                    <a:pt x="2486923" y="501865"/>
                  </a:lnTo>
                  <a:lnTo>
                    <a:pt x="2541698" y="493990"/>
                  </a:lnTo>
                  <a:lnTo>
                    <a:pt x="2594414" y="485685"/>
                  </a:lnTo>
                  <a:lnTo>
                    <a:pt x="2644991" y="476965"/>
                  </a:lnTo>
                  <a:lnTo>
                    <a:pt x="2693347" y="467845"/>
                  </a:lnTo>
                  <a:lnTo>
                    <a:pt x="2739401" y="458339"/>
                  </a:lnTo>
                  <a:lnTo>
                    <a:pt x="2783072" y="448461"/>
                  </a:lnTo>
                  <a:lnTo>
                    <a:pt x="2824279" y="438227"/>
                  </a:lnTo>
                  <a:lnTo>
                    <a:pt x="2862941" y="427652"/>
                  </a:lnTo>
                  <a:lnTo>
                    <a:pt x="2932303" y="405533"/>
                  </a:lnTo>
                  <a:lnTo>
                    <a:pt x="2990510" y="382222"/>
                  </a:lnTo>
                  <a:lnTo>
                    <a:pt x="3036913" y="357836"/>
                  </a:lnTo>
                  <a:lnTo>
                    <a:pt x="3070861" y="332492"/>
                  </a:lnTo>
                  <a:lnTo>
                    <a:pt x="3097013" y="292937"/>
                  </a:lnTo>
                  <a:lnTo>
                    <a:pt x="3098799" y="279400"/>
                  </a:lnTo>
                  <a:lnTo>
                    <a:pt x="3097013" y="265862"/>
                  </a:lnTo>
                  <a:lnTo>
                    <a:pt x="3070861" y="226307"/>
                  </a:lnTo>
                  <a:lnTo>
                    <a:pt x="3036913" y="200963"/>
                  </a:lnTo>
                  <a:lnTo>
                    <a:pt x="2990510" y="176577"/>
                  </a:lnTo>
                  <a:lnTo>
                    <a:pt x="2932303" y="153266"/>
                  </a:lnTo>
                  <a:lnTo>
                    <a:pt x="2862941" y="131147"/>
                  </a:lnTo>
                  <a:lnTo>
                    <a:pt x="2824279" y="120572"/>
                  </a:lnTo>
                  <a:lnTo>
                    <a:pt x="2783072" y="110338"/>
                  </a:lnTo>
                  <a:lnTo>
                    <a:pt x="2739401" y="100460"/>
                  </a:lnTo>
                  <a:lnTo>
                    <a:pt x="2693347" y="90954"/>
                  </a:lnTo>
                  <a:lnTo>
                    <a:pt x="2644991" y="81834"/>
                  </a:lnTo>
                  <a:lnTo>
                    <a:pt x="2594414" y="73114"/>
                  </a:lnTo>
                  <a:lnTo>
                    <a:pt x="2541698" y="64809"/>
                  </a:lnTo>
                  <a:lnTo>
                    <a:pt x="2486923" y="56934"/>
                  </a:lnTo>
                  <a:lnTo>
                    <a:pt x="2430171" y="49503"/>
                  </a:lnTo>
                  <a:lnTo>
                    <a:pt x="2371523" y="42531"/>
                  </a:lnTo>
                  <a:lnTo>
                    <a:pt x="2311060" y="36033"/>
                  </a:lnTo>
                  <a:lnTo>
                    <a:pt x="2248864" y="30023"/>
                  </a:lnTo>
                  <a:lnTo>
                    <a:pt x="2185015" y="24516"/>
                  </a:lnTo>
                  <a:lnTo>
                    <a:pt x="2119594" y="19527"/>
                  </a:lnTo>
                  <a:lnTo>
                    <a:pt x="2052683" y="15070"/>
                  </a:lnTo>
                  <a:lnTo>
                    <a:pt x="1984364" y="11159"/>
                  </a:lnTo>
                  <a:lnTo>
                    <a:pt x="1914716" y="7810"/>
                  </a:lnTo>
                  <a:lnTo>
                    <a:pt x="1843821" y="5037"/>
                  </a:lnTo>
                  <a:lnTo>
                    <a:pt x="1771761" y="2855"/>
                  </a:lnTo>
                  <a:lnTo>
                    <a:pt x="1698617" y="1279"/>
                  </a:lnTo>
                  <a:lnTo>
                    <a:pt x="1624469" y="322"/>
                  </a:lnTo>
                  <a:lnTo>
                    <a:pt x="1549400" y="0"/>
                  </a:lnTo>
                  <a:close/>
                </a:path>
              </a:pathLst>
            </a:custGeom>
            <a:solidFill>
              <a:srgbClr val="FFF2C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7" name="object 57"/>
            <p:cNvSpPr/>
            <p:nvPr/>
          </p:nvSpPr>
          <p:spPr>
            <a:xfrm>
              <a:off x="3796600" y="1244599"/>
              <a:ext cx="3098800" cy="558800"/>
            </a:xfrm>
            <a:custGeom>
              <a:avLst/>
              <a:gdLst/>
              <a:ahLst/>
              <a:cxnLst/>
              <a:rect l="l" t="t" r="r" b="b"/>
              <a:pathLst>
                <a:path w="3098800" h="558800">
                  <a:moveTo>
                    <a:pt x="3098799" y="279400"/>
                  </a:moveTo>
                  <a:lnTo>
                    <a:pt x="3082963" y="239301"/>
                  </a:lnTo>
                  <a:lnTo>
                    <a:pt x="3036913" y="200963"/>
                  </a:lnTo>
                  <a:lnTo>
                    <a:pt x="2990510" y="176577"/>
                  </a:lnTo>
                  <a:lnTo>
                    <a:pt x="2932303" y="153266"/>
                  </a:lnTo>
                  <a:lnTo>
                    <a:pt x="2862941" y="131147"/>
                  </a:lnTo>
                  <a:lnTo>
                    <a:pt x="2824279" y="120572"/>
                  </a:lnTo>
                  <a:lnTo>
                    <a:pt x="2783072" y="110338"/>
                  </a:lnTo>
                  <a:lnTo>
                    <a:pt x="2739401" y="100460"/>
                  </a:lnTo>
                  <a:lnTo>
                    <a:pt x="2693347" y="90954"/>
                  </a:lnTo>
                  <a:lnTo>
                    <a:pt x="2644991" y="81834"/>
                  </a:lnTo>
                  <a:lnTo>
                    <a:pt x="2594414" y="73114"/>
                  </a:lnTo>
                  <a:lnTo>
                    <a:pt x="2541698" y="64809"/>
                  </a:lnTo>
                  <a:lnTo>
                    <a:pt x="2486923" y="56934"/>
                  </a:lnTo>
                  <a:lnTo>
                    <a:pt x="2430171" y="49503"/>
                  </a:lnTo>
                  <a:lnTo>
                    <a:pt x="2371523" y="42531"/>
                  </a:lnTo>
                  <a:lnTo>
                    <a:pt x="2311060" y="36033"/>
                  </a:lnTo>
                  <a:lnTo>
                    <a:pt x="2248864" y="30023"/>
                  </a:lnTo>
                  <a:lnTo>
                    <a:pt x="2185015" y="24516"/>
                  </a:lnTo>
                  <a:lnTo>
                    <a:pt x="2119594" y="19527"/>
                  </a:lnTo>
                  <a:lnTo>
                    <a:pt x="2052683" y="15070"/>
                  </a:lnTo>
                  <a:lnTo>
                    <a:pt x="1984364" y="11159"/>
                  </a:lnTo>
                  <a:lnTo>
                    <a:pt x="1914716" y="7810"/>
                  </a:lnTo>
                  <a:lnTo>
                    <a:pt x="1843821" y="5037"/>
                  </a:lnTo>
                  <a:lnTo>
                    <a:pt x="1771761" y="2855"/>
                  </a:lnTo>
                  <a:lnTo>
                    <a:pt x="1698617" y="1279"/>
                  </a:lnTo>
                  <a:lnTo>
                    <a:pt x="1624469" y="322"/>
                  </a:lnTo>
                  <a:lnTo>
                    <a:pt x="1549400" y="0"/>
                  </a:lnTo>
                  <a:lnTo>
                    <a:pt x="1474330" y="322"/>
                  </a:lnTo>
                  <a:lnTo>
                    <a:pt x="1400182" y="1279"/>
                  </a:lnTo>
                  <a:lnTo>
                    <a:pt x="1327037" y="2855"/>
                  </a:lnTo>
                  <a:lnTo>
                    <a:pt x="1254977" y="5037"/>
                  </a:lnTo>
                  <a:lnTo>
                    <a:pt x="1184083" y="7810"/>
                  </a:lnTo>
                  <a:lnTo>
                    <a:pt x="1114435" y="11159"/>
                  </a:lnTo>
                  <a:lnTo>
                    <a:pt x="1046115" y="15070"/>
                  </a:lnTo>
                  <a:lnTo>
                    <a:pt x="979204" y="19527"/>
                  </a:lnTo>
                  <a:lnTo>
                    <a:pt x="913784" y="24516"/>
                  </a:lnTo>
                  <a:lnTo>
                    <a:pt x="849935" y="30023"/>
                  </a:lnTo>
                  <a:lnTo>
                    <a:pt x="787738" y="36033"/>
                  </a:lnTo>
                  <a:lnTo>
                    <a:pt x="727275" y="42531"/>
                  </a:lnTo>
                  <a:lnTo>
                    <a:pt x="668627" y="49503"/>
                  </a:lnTo>
                  <a:lnTo>
                    <a:pt x="611876" y="56934"/>
                  </a:lnTo>
                  <a:lnTo>
                    <a:pt x="557101" y="64809"/>
                  </a:lnTo>
                  <a:lnTo>
                    <a:pt x="504385" y="73114"/>
                  </a:lnTo>
                  <a:lnTo>
                    <a:pt x="453808" y="81834"/>
                  </a:lnTo>
                  <a:lnTo>
                    <a:pt x="405452" y="90954"/>
                  </a:lnTo>
                  <a:lnTo>
                    <a:pt x="359398" y="100460"/>
                  </a:lnTo>
                  <a:lnTo>
                    <a:pt x="315727" y="110338"/>
                  </a:lnTo>
                  <a:lnTo>
                    <a:pt x="274520" y="120572"/>
                  </a:lnTo>
                  <a:lnTo>
                    <a:pt x="235858" y="131147"/>
                  </a:lnTo>
                  <a:lnTo>
                    <a:pt x="166496" y="153266"/>
                  </a:lnTo>
                  <a:lnTo>
                    <a:pt x="108288" y="176577"/>
                  </a:lnTo>
                  <a:lnTo>
                    <a:pt x="61886" y="200963"/>
                  </a:lnTo>
                  <a:lnTo>
                    <a:pt x="27937" y="226307"/>
                  </a:lnTo>
                  <a:lnTo>
                    <a:pt x="1786" y="265862"/>
                  </a:lnTo>
                  <a:lnTo>
                    <a:pt x="0" y="279400"/>
                  </a:lnTo>
                  <a:lnTo>
                    <a:pt x="1786" y="292937"/>
                  </a:lnTo>
                  <a:lnTo>
                    <a:pt x="27937" y="332492"/>
                  </a:lnTo>
                  <a:lnTo>
                    <a:pt x="61886" y="357836"/>
                  </a:lnTo>
                  <a:lnTo>
                    <a:pt x="108288" y="382222"/>
                  </a:lnTo>
                  <a:lnTo>
                    <a:pt x="166496" y="405533"/>
                  </a:lnTo>
                  <a:lnTo>
                    <a:pt x="235858" y="427652"/>
                  </a:lnTo>
                  <a:lnTo>
                    <a:pt x="274520" y="438227"/>
                  </a:lnTo>
                  <a:lnTo>
                    <a:pt x="315727" y="448461"/>
                  </a:lnTo>
                  <a:lnTo>
                    <a:pt x="359398" y="458339"/>
                  </a:lnTo>
                  <a:lnTo>
                    <a:pt x="405452" y="467845"/>
                  </a:lnTo>
                  <a:lnTo>
                    <a:pt x="453808" y="476965"/>
                  </a:lnTo>
                  <a:lnTo>
                    <a:pt x="504385" y="485685"/>
                  </a:lnTo>
                  <a:lnTo>
                    <a:pt x="557101" y="493990"/>
                  </a:lnTo>
                  <a:lnTo>
                    <a:pt x="611876" y="501865"/>
                  </a:lnTo>
                  <a:lnTo>
                    <a:pt x="668627" y="509296"/>
                  </a:lnTo>
                  <a:lnTo>
                    <a:pt x="727275" y="516268"/>
                  </a:lnTo>
                  <a:lnTo>
                    <a:pt x="787738" y="522766"/>
                  </a:lnTo>
                  <a:lnTo>
                    <a:pt x="849935" y="528776"/>
                  </a:lnTo>
                  <a:lnTo>
                    <a:pt x="913784" y="534283"/>
                  </a:lnTo>
                  <a:lnTo>
                    <a:pt x="979204" y="539272"/>
                  </a:lnTo>
                  <a:lnTo>
                    <a:pt x="1046115" y="543729"/>
                  </a:lnTo>
                  <a:lnTo>
                    <a:pt x="1114435" y="547640"/>
                  </a:lnTo>
                  <a:lnTo>
                    <a:pt x="1184083" y="550989"/>
                  </a:lnTo>
                  <a:lnTo>
                    <a:pt x="1254977" y="553762"/>
                  </a:lnTo>
                  <a:lnTo>
                    <a:pt x="1327037" y="555944"/>
                  </a:lnTo>
                  <a:lnTo>
                    <a:pt x="1400182" y="557520"/>
                  </a:lnTo>
                  <a:lnTo>
                    <a:pt x="1474330" y="558477"/>
                  </a:lnTo>
                  <a:lnTo>
                    <a:pt x="1549400" y="558800"/>
                  </a:lnTo>
                  <a:lnTo>
                    <a:pt x="1624469" y="558477"/>
                  </a:lnTo>
                  <a:lnTo>
                    <a:pt x="1698617" y="557520"/>
                  </a:lnTo>
                  <a:lnTo>
                    <a:pt x="1771761" y="555944"/>
                  </a:lnTo>
                  <a:lnTo>
                    <a:pt x="1843821" y="553762"/>
                  </a:lnTo>
                  <a:lnTo>
                    <a:pt x="1914716" y="550989"/>
                  </a:lnTo>
                  <a:lnTo>
                    <a:pt x="1984364" y="547640"/>
                  </a:lnTo>
                  <a:lnTo>
                    <a:pt x="2052683" y="543729"/>
                  </a:lnTo>
                  <a:lnTo>
                    <a:pt x="2119594" y="539272"/>
                  </a:lnTo>
                  <a:lnTo>
                    <a:pt x="2185015" y="534283"/>
                  </a:lnTo>
                  <a:lnTo>
                    <a:pt x="2248864" y="528776"/>
                  </a:lnTo>
                  <a:lnTo>
                    <a:pt x="2311060" y="522766"/>
                  </a:lnTo>
                  <a:lnTo>
                    <a:pt x="2371523" y="516268"/>
                  </a:lnTo>
                  <a:lnTo>
                    <a:pt x="2430171" y="509296"/>
                  </a:lnTo>
                  <a:lnTo>
                    <a:pt x="2486923" y="501865"/>
                  </a:lnTo>
                  <a:lnTo>
                    <a:pt x="2541698" y="493990"/>
                  </a:lnTo>
                  <a:lnTo>
                    <a:pt x="2594414" y="485685"/>
                  </a:lnTo>
                  <a:lnTo>
                    <a:pt x="2644991" y="476965"/>
                  </a:lnTo>
                  <a:lnTo>
                    <a:pt x="2693347" y="467845"/>
                  </a:lnTo>
                  <a:lnTo>
                    <a:pt x="2739401" y="458339"/>
                  </a:lnTo>
                  <a:lnTo>
                    <a:pt x="2783072" y="448461"/>
                  </a:lnTo>
                  <a:lnTo>
                    <a:pt x="2824279" y="438227"/>
                  </a:lnTo>
                  <a:lnTo>
                    <a:pt x="2862941" y="427652"/>
                  </a:lnTo>
                  <a:lnTo>
                    <a:pt x="2932303" y="405533"/>
                  </a:lnTo>
                  <a:lnTo>
                    <a:pt x="2990510" y="382222"/>
                  </a:lnTo>
                  <a:lnTo>
                    <a:pt x="3036913" y="357836"/>
                  </a:lnTo>
                  <a:lnTo>
                    <a:pt x="3070861" y="332492"/>
                  </a:lnTo>
                  <a:lnTo>
                    <a:pt x="3097013" y="292937"/>
                  </a:lnTo>
                  <a:lnTo>
                    <a:pt x="3098799" y="279400"/>
                  </a:lnTo>
                </a:path>
              </a:pathLst>
            </a:custGeom>
            <a:ln w="27940">
              <a:solidFill>
                <a:srgbClr val="E695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8" name="object 58"/>
          <p:cNvSpPr txBox="1"/>
          <p:nvPr/>
        </p:nvSpPr>
        <p:spPr>
          <a:xfrm>
            <a:off x="4859291" y="1327149"/>
            <a:ext cx="974090" cy="3835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algn="ctr">
              <a:lnSpc>
                <a:spcPts val="800"/>
              </a:lnSpc>
              <a:spcBef>
                <a:spcPts val="100"/>
              </a:spcBef>
            </a:pPr>
            <a:r>
              <a:rPr sz="750" b="1" spc="-10" dirty="0">
                <a:solidFill>
                  <a:srgbClr val="794F00"/>
                </a:solidFill>
                <a:latin typeface="Arial"/>
                <a:cs typeface="Arial"/>
              </a:rPr>
              <a:t>03.01</a:t>
            </a:r>
            <a:endParaRPr sz="750">
              <a:latin typeface="Arial"/>
              <a:cs typeface="Arial"/>
            </a:endParaRPr>
          </a:p>
          <a:p>
            <a:pPr algn="ctr">
              <a:lnSpc>
                <a:spcPts val="919"/>
              </a:lnSpc>
            </a:pPr>
            <a:r>
              <a:rPr sz="850" dirty="0">
                <a:solidFill>
                  <a:srgbClr val="1A1A2D"/>
                </a:solidFill>
                <a:latin typeface="Arial MT"/>
                <a:cs typeface="Arial MT"/>
              </a:rPr>
              <a:t>Manage</a:t>
            </a:r>
            <a:r>
              <a:rPr sz="850" spc="-35" dirty="0">
                <a:solidFill>
                  <a:srgbClr val="1A1A2D"/>
                </a:solidFill>
                <a:latin typeface="Arial MT"/>
                <a:cs typeface="Arial MT"/>
              </a:rPr>
              <a:t> </a:t>
            </a:r>
            <a:r>
              <a:rPr sz="850" spc="-10" dirty="0">
                <a:solidFill>
                  <a:srgbClr val="1A1A2D"/>
                </a:solidFill>
                <a:latin typeface="Arial MT"/>
                <a:cs typeface="Arial MT"/>
              </a:rPr>
              <a:t>Product</a:t>
            </a:r>
            <a:endParaRPr sz="850">
              <a:latin typeface="Arial MT"/>
              <a:cs typeface="Arial MT"/>
            </a:endParaRPr>
          </a:p>
          <a:p>
            <a:pPr algn="ctr">
              <a:lnSpc>
                <a:spcPct val="100000"/>
              </a:lnSpc>
              <a:spcBef>
                <a:spcPts val="80"/>
              </a:spcBef>
            </a:pPr>
            <a:r>
              <a:rPr sz="850" dirty="0">
                <a:solidFill>
                  <a:srgbClr val="1A1A2D"/>
                </a:solidFill>
                <a:latin typeface="Arial MT"/>
                <a:cs typeface="Arial MT"/>
              </a:rPr>
              <a:t>Catalog</a:t>
            </a:r>
            <a:r>
              <a:rPr sz="850" spc="-15" dirty="0">
                <a:solidFill>
                  <a:srgbClr val="1A1A2D"/>
                </a:solidFill>
                <a:latin typeface="Arial MT"/>
                <a:cs typeface="Arial MT"/>
              </a:rPr>
              <a:t> </a:t>
            </a:r>
            <a:r>
              <a:rPr sz="850" dirty="0">
                <a:solidFill>
                  <a:srgbClr val="1A1A2D"/>
                </a:solidFill>
                <a:latin typeface="Arial MT"/>
                <a:cs typeface="Arial MT"/>
              </a:rPr>
              <a:t>&amp;</a:t>
            </a:r>
            <a:r>
              <a:rPr sz="850" spc="-10" dirty="0">
                <a:solidFill>
                  <a:srgbClr val="1A1A2D"/>
                </a:solidFill>
                <a:latin typeface="Arial MT"/>
                <a:cs typeface="Arial MT"/>
              </a:rPr>
              <a:t> Inventory</a:t>
            </a:r>
            <a:endParaRPr sz="850">
              <a:latin typeface="Arial MT"/>
              <a:cs typeface="Arial MT"/>
            </a:endParaRPr>
          </a:p>
        </p:txBody>
      </p:sp>
      <p:grpSp>
        <p:nvGrpSpPr>
          <p:cNvPr id="59" name="object 59"/>
          <p:cNvGrpSpPr/>
          <p:nvPr/>
        </p:nvGrpSpPr>
        <p:grpSpPr>
          <a:xfrm>
            <a:off x="3782630" y="1992629"/>
            <a:ext cx="3126740" cy="586740"/>
            <a:chOff x="3782630" y="1992629"/>
            <a:chExt cx="3126740" cy="586740"/>
          </a:xfrm>
        </p:grpSpPr>
        <p:sp>
          <p:nvSpPr>
            <p:cNvPr id="60" name="object 60"/>
            <p:cNvSpPr/>
            <p:nvPr/>
          </p:nvSpPr>
          <p:spPr>
            <a:xfrm>
              <a:off x="3796600" y="2006599"/>
              <a:ext cx="3098800" cy="558800"/>
            </a:xfrm>
            <a:custGeom>
              <a:avLst/>
              <a:gdLst/>
              <a:ahLst/>
              <a:cxnLst/>
              <a:rect l="l" t="t" r="r" b="b"/>
              <a:pathLst>
                <a:path w="3098800" h="558800">
                  <a:moveTo>
                    <a:pt x="1549400" y="0"/>
                  </a:moveTo>
                  <a:lnTo>
                    <a:pt x="1474330" y="322"/>
                  </a:lnTo>
                  <a:lnTo>
                    <a:pt x="1400182" y="1279"/>
                  </a:lnTo>
                  <a:lnTo>
                    <a:pt x="1327037" y="2855"/>
                  </a:lnTo>
                  <a:lnTo>
                    <a:pt x="1254977" y="5037"/>
                  </a:lnTo>
                  <a:lnTo>
                    <a:pt x="1184083" y="7810"/>
                  </a:lnTo>
                  <a:lnTo>
                    <a:pt x="1114435" y="11159"/>
                  </a:lnTo>
                  <a:lnTo>
                    <a:pt x="1046115" y="15070"/>
                  </a:lnTo>
                  <a:lnTo>
                    <a:pt x="979204" y="19527"/>
                  </a:lnTo>
                  <a:lnTo>
                    <a:pt x="913784" y="24516"/>
                  </a:lnTo>
                  <a:lnTo>
                    <a:pt x="849935" y="30023"/>
                  </a:lnTo>
                  <a:lnTo>
                    <a:pt x="787738" y="36033"/>
                  </a:lnTo>
                  <a:lnTo>
                    <a:pt x="727275" y="42531"/>
                  </a:lnTo>
                  <a:lnTo>
                    <a:pt x="668627" y="49503"/>
                  </a:lnTo>
                  <a:lnTo>
                    <a:pt x="611876" y="56934"/>
                  </a:lnTo>
                  <a:lnTo>
                    <a:pt x="557101" y="64809"/>
                  </a:lnTo>
                  <a:lnTo>
                    <a:pt x="504385" y="73114"/>
                  </a:lnTo>
                  <a:lnTo>
                    <a:pt x="453808" y="81834"/>
                  </a:lnTo>
                  <a:lnTo>
                    <a:pt x="405452" y="90954"/>
                  </a:lnTo>
                  <a:lnTo>
                    <a:pt x="359398" y="100460"/>
                  </a:lnTo>
                  <a:lnTo>
                    <a:pt x="315727" y="110338"/>
                  </a:lnTo>
                  <a:lnTo>
                    <a:pt x="274520" y="120572"/>
                  </a:lnTo>
                  <a:lnTo>
                    <a:pt x="235858" y="131147"/>
                  </a:lnTo>
                  <a:lnTo>
                    <a:pt x="166496" y="153266"/>
                  </a:lnTo>
                  <a:lnTo>
                    <a:pt x="108288" y="176577"/>
                  </a:lnTo>
                  <a:lnTo>
                    <a:pt x="61886" y="200963"/>
                  </a:lnTo>
                  <a:lnTo>
                    <a:pt x="27937" y="226307"/>
                  </a:lnTo>
                  <a:lnTo>
                    <a:pt x="1786" y="265862"/>
                  </a:lnTo>
                  <a:lnTo>
                    <a:pt x="0" y="279400"/>
                  </a:lnTo>
                  <a:lnTo>
                    <a:pt x="1786" y="292937"/>
                  </a:lnTo>
                  <a:lnTo>
                    <a:pt x="27937" y="332492"/>
                  </a:lnTo>
                  <a:lnTo>
                    <a:pt x="61886" y="357836"/>
                  </a:lnTo>
                  <a:lnTo>
                    <a:pt x="108288" y="382222"/>
                  </a:lnTo>
                  <a:lnTo>
                    <a:pt x="166496" y="405533"/>
                  </a:lnTo>
                  <a:lnTo>
                    <a:pt x="235858" y="427652"/>
                  </a:lnTo>
                  <a:lnTo>
                    <a:pt x="274520" y="438227"/>
                  </a:lnTo>
                  <a:lnTo>
                    <a:pt x="315727" y="448461"/>
                  </a:lnTo>
                  <a:lnTo>
                    <a:pt x="359398" y="458339"/>
                  </a:lnTo>
                  <a:lnTo>
                    <a:pt x="405452" y="467845"/>
                  </a:lnTo>
                  <a:lnTo>
                    <a:pt x="453808" y="476965"/>
                  </a:lnTo>
                  <a:lnTo>
                    <a:pt x="504385" y="485685"/>
                  </a:lnTo>
                  <a:lnTo>
                    <a:pt x="557101" y="493990"/>
                  </a:lnTo>
                  <a:lnTo>
                    <a:pt x="611876" y="501865"/>
                  </a:lnTo>
                  <a:lnTo>
                    <a:pt x="668627" y="509296"/>
                  </a:lnTo>
                  <a:lnTo>
                    <a:pt x="727275" y="516268"/>
                  </a:lnTo>
                  <a:lnTo>
                    <a:pt x="787738" y="522766"/>
                  </a:lnTo>
                  <a:lnTo>
                    <a:pt x="849935" y="528776"/>
                  </a:lnTo>
                  <a:lnTo>
                    <a:pt x="913784" y="534283"/>
                  </a:lnTo>
                  <a:lnTo>
                    <a:pt x="979204" y="539272"/>
                  </a:lnTo>
                  <a:lnTo>
                    <a:pt x="1046115" y="543729"/>
                  </a:lnTo>
                  <a:lnTo>
                    <a:pt x="1114435" y="547640"/>
                  </a:lnTo>
                  <a:lnTo>
                    <a:pt x="1184083" y="550989"/>
                  </a:lnTo>
                  <a:lnTo>
                    <a:pt x="1254977" y="553762"/>
                  </a:lnTo>
                  <a:lnTo>
                    <a:pt x="1327037" y="555944"/>
                  </a:lnTo>
                  <a:lnTo>
                    <a:pt x="1400182" y="557520"/>
                  </a:lnTo>
                  <a:lnTo>
                    <a:pt x="1474330" y="558477"/>
                  </a:lnTo>
                  <a:lnTo>
                    <a:pt x="1549400" y="558800"/>
                  </a:lnTo>
                  <a:lnTo>
                    <a:pt x="1624469" y="558477"/>
                  </a:lnTo>
                  <a:lnTo>
                    <a:pt x="1698617" y="557520"/>
                  </a:lnTo>
                  <a:lnTo>
                    <a:pt x="1771761" y="555944"/>
                  </a:lnTo>
                  <a:lnTo>
                    <a:pt x="1843821" y="553762"/>
                  </a:lnTo>
                  <a:lnTo>
                    <a:pt x="1914716" y="550989"/>
                  </a:lnTo>
                  <a:lnTo>
                    <a:pt x="1984364" y="547640"/>
                  </a:lnTo>
                  <a:lnTo>
                    <a:pt x="2052683" y="543729"/>
                  </a:lnTo>
                  <a:lnTo>
                    <a:pt x="2119594" y="539272"/>
                  </a:lnTo>
                  <a:lnTo>
                    <a:pt x="2185015" y="534283"/>
                  </a:lnTo>
                  <a:lnTo>
                    <a:pt x="2248864" y="528776"/>
                  </a:lnTo>
                  <a:lnTo>
                    <a:pt x="2311060" y="522766"/>
                  </a:lnTo>
                  <a:lnTo>
                    <a:pt x="2371523" y="516268"/>
                  </a:lnTo>
                  <a:lnTo>
                    <a:pt x="2430171" y="509296"/>
                  </a:lnTo>
                  <a:lnTo>
                    <a:pt x="2486923" y="501865"/>
                  </a:lnTo>
                  <a:lnTo>
                    <a:pt x="2541698" y="493990"/>
                  </a:lnTo>
                  <a:lnTo>
                    <a:pt x="2594414" y="485685"/>
                  </a:lnTo>
                  <a:lnTo>
                    <a:pt x="2644991" y="476965"/>
                  </a:lnTo>
                  <a:lnTo>
                    <a:pt x="2693347" y="467845"/>
                  </a:lnTo>
                  <a:lnTo>
                    <a:pt x="2739401" y="458339"/>
                  </a:lnTo>
                  <a:lnTo>
                    <a:pt x="2783072" y="448461"/>
                  </a:lnTo>
                  <a:lnTo>
                    <a:pt x="2824279" y="438227"/>
                  </a:lnTo>
                  <a:lnTo>
                    <a:pt x="2862941" y="427652"/>
                  </a:lnTo>
                  <a:lnTo>
                    <a:pt x="2932303" y="405533"/>
                  </a:lnTo>
                  <a:lnTo>
                    <a:pt x="2990510" y="382222"/>
                  </a:lnTo>
                  <a:lnTo>
                    <a:pt x="3036913" y="357836"/>
                  </a:lnTo>
                  <a:lnTo>
                    <a:pt x="3070861" y="332492"/>
                  </a:lnTo>
                  <a:lnTo>
                    <a:pt x="3097013" y="292937"/>
                  </a:lnTo>
                  <a:lnTo>
                    <a:pt x="3098799" y="279400"/>
                  </a:lnTo>
                  <a:lnTo>
                    <a:pt x="3097013" y="265862"/>
                  </a:lnTo>
                  <a:lnTo>
                    <a:pt x="3070861" y="226307"/>
                  </a:lnTo>
                  <a:lnTo>
                    <a:pt x="3036913" y="200963"/>
                  </a:lnTo>
                  <a:lnTo>
                    <a:pt x="2990510" y="176577"/>
                  </a:lnTo>
                  <a:lnTo>
                    <a:pt x="2932303" y="153266"/>
                  </a:lnTo>
                  <a:lnTo>
                    <a:pt x="2862941" y="131147"/>
                  </a:lnTo>
                  <a:lnTo>
                    <a:pt x="2824279" y="120572"/>
                  </a:lnTo>
                  <a:lnTo>
                    <a:pt x="2783072" y="110338"/>
                  </a:lnTo>
                  <a:lnTo>
                    <a:pt x="2739401" y="100460"/>
                  </a:lnTo>
                  <a:lnTo>
                    <a:pt x="2693347" y="90954"/>
                  </a:lnTo>
                  <a:lnTo>
                    <a:pt x="2644991" y="81834"/>
                  </a:lnTo>
                  <a:lnTo>
                    <a:pt x="2594414" y="73114"/>
                  </a:lnTo>
                  <a:lnTo>
                    <a:pt x="2541698" y="64809"/>
                  </a:lnTo>
                  <a:lnTo>
                    <a:pt x="2486923" y="56934"/>
                  </a:lnTo>
                  <a:lnTo>
                    <a:pt x="2430171" y="49503"/>
                  </a:lnTo>
                  <a:lnTo>
                    <a:pt x="2371523" y="42531"/>
                  </a:lnTo>
                  <a:lnTo>
                    <a:pt x="2311060" y="36033"/>
                  </a:lnTo>
                  <a:lnTo>
                    <a:pt x="2248864" y="30023"/>
                  </a:lnTo>
                  <a:lnTo>
                    <a:pt x="2185015" y="24516"/>
                  </a:lnTo>
                  <a:lnTo>
                    <a:pt x="2119594" y="19527"/>
                  </a:lnTo>
                  <a:lnTo>
                    <a:pt x="2052683" y="15070"/>
                  </a:lnTo>
                  <a:lnTo>
                    <a:pt x="1984364" y="11159"/>
                  </a:lnTo>
                  <a:lnTo>
                    <a:pt x="1914716" y="7810"/>
                  </a:lnTo>
                  <a:lnTo>
                    <a:pt x="1843821" y="5037"/>
                  </a:lnTo>
                  <a:lnTo>
                    <a:pt x="1771761" y="2855"/>
                  </a:lnTo>
                  <a:lnTo>
                    <a:pt x="1698617" y="1279"/>
                  </a:lnTo>
                  <a:lnTo>
                    <a:pt x="1624469" y="322"/>
                  </a:lnTo>
                  <a:lnTo>
                    <a:pt x="1549400" y="0"/>
                  </a:lnTo>
                  <a:close/>
                </a:path>
              </a:pathLst>
            </a:custGeom>
            <a:solidFill>
              <a:srgbClr val="FFF2C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1" name="object 61"/>
            <p:cNvSpPr/>
            <p:nvPr/>
          </p:nvSpPr>
          <p:spPr>
            <a:xfrm>
              <a:off x="3796600" y="2006599"/>
              <a:ext cx="3098800" cy="558800"/>
            </a:xfrm>
            <a:custGeom>
              <a:avLst/>
              <a:gdLst/>
              <a:ahLst/>
              <a:cxnLst/>
              <a:rect l="l" t="t" r="r" b="b"/>
              <a:pathLst>
                <a:path w="3098800" h="558800">
                  <a:moveTo>
                    <a:pt x="3098799" y="279400"/>
                  </a:moveTo>
                  <a:lnTo>
                    <a:pt x="3082963" y="239301"/>
                  </a:lnTo>
                  <a:lnTo>
                    <a:pt x="3036913" y="200963"/>
                  </a:lnTo>
                  <a:lnTo>
                    <a:pt x="2990510" y="176577"/>
                  </a:lnTo>
                  <a:lnTo>
                    <a:pt x="2932303" y="153266"/>
                  </a:lnTo>
                  <a:lnTo>
                    <a:pt x="2862941" y="131147"/>
                  </a:lnTo>
                  <a:lnTo>
                    <a:pt x="2824279" y="120572"/>
                  </a:lnTo>
                  <a:lnTo>
                    <a:pt x="2783072" y="110338"/>
                  </a:lnTo>
                  <a:lnTo>
                    <a:pt x="2739401" y="100460"/>
                  </a:lnTo>
                  <a:lnTo>
                    <a:pt x="2693347" y="90954"/>
                  </a:lnTo>
                  <a:lnTo>
                    <a:pt x="2644991" y="81834"/>
                  </a:lnTo>
                  <a:lnTo>
                    <a:pt x="2594414" y="73114"/>
                  </a:lnTo>
                  <a:lnTo>
                    <a:pt x="2541698" y="64809"/>
                  </a:lnTo>
                  <a:lnTo>
                    <a:pt x="2486923" y="56934"/>
                  </a:lnTo>
                  <a:lnTo>
                    <a:pt x="2430171" y="49503"/>
                  </a:lnTo>
                  <a:lnTo>
                    <a:pt x="2371523" y="42531"/>
                  </a:lnTo>
                  <a:lnTo>
                    <a:pt x="2311060" y="36033"/>
                  </a:lnTo>
                  <a:lnTo>
                    <a:pt x="2248864" y="30023"/>
                  </a:lnTo>
                  <a:lnTo>
                    <a:pt x="2185015" y="24516"/>
                  </a:lnTo>
                  <a:lnTo>
                    <a:pt x="2119594" y="19527"/>
                  </a:lnTo>
                  <a:lnTo>
                    <a:pt x="2052683" y="15070"/>
                  </a:lnTo>
                  <a:lnTo>
                    <a:pt x="1984364" y="11159"/>
                  </a:lnTo>
                  <a:lnTo>
                    <a:pt x="1914716" y="7810"/>
                  </a:lnTo>
                  <a:lnTo>
                    <a:pt x="1843821" y="5037"/>
                  </a:lnTo>
                  <a:lnTo>
                    <a:pt x="1771761" y="2855"/>
                  </a:lnTo>
                  <a:lnTo>
                    <a:pt x="1698617" y="1279"/>
                  </a:lnTo>
                  <a:lnTo>
                    <a:pt x="1624469" y="322"/>
                  </a:lnTo>
                  <a:lnTo>
                    <a:pt x="1549400" y="0"/>
                  </a:lnTo>
                  <a:lnTo>
                    <a:pt x="1474330" y="322"/>
                  </a:lnTo>
                  <a:lnTo>
                    <a:pt x="1400182" y="1279"/>
                  </a:lnTo>
                  <a:lnTo>
                    <a:pt x="1327037" y="2855"/>
                  </a:lnTo>
                  <a:lnTo>
                    <a:pt x="1254977" y="5037"/>
                  </a:lnTo>
                  <a:lnTo>
                    <a:pt x="1184083" y="7810"/>
                  </a:lnTo>
                  <a:lnTo>
                    <a:pt x="1114435" y="11159"/>
                  </a:lnTo>
                  <a:lnTo>
                    <a:pt x="1046115" y="15070"/>
                  </a:lnTo>
                  <a:lnTo>
                    <a:pt x="979204" y="19527"/>
                  </a:lnTo>
                  <a:lnTo>
                    <a:pt x="913784" y="24516"/>
                  </a:lnTo>
                  <a:lnTo>
                    <a:pt x="849935" y="30023"/>
                  </a:lnTo>
                  <a:lnTo>
                    <a:pt x="787738" y="36033"/>
                  </a:lnTo>
                  <a:lnTo>
                    <a:pt x="727275" y="42531"/>
                  </a:lnTo>
                  <a:lnTo>
                    <a:pt x="668627" y="49503"/>
                  </a:lnTo>
                  <a:lnTo>
                    <a:pt x="611876" y="56934"/>
                  </a:lnTo>
                  <a:lnTo>
                    <a:pt x="557101" y="64809"/>
                  </a:lnTo>
                  <a:lnTo>
                    <a:pt x="504385" y="73114"/>
                  </a:lnTo>
                  <a:lnTo>
                    <a:pt x="453808" y="81834"/>
                  </a:lnTo>
                  <a:lnTo>
                    <a:pt x="405452" y="90954"/>
                  </a:lnTo>
                  <a:lnTo>
                    <a:pt x="359398" y="100460"/>
                  </a:lnTo>
                  <a:lnTo>
                    <a:pt x="315727" y="110338"/>
                  </a:lnTo>
                  <a:lnTo>
                    <a:pt x="274520" y="120572"/>
                  </a:lnTo>
                  <a:lnTo>
                    <a:pt x="235858" y="131147"/>
                  </a:lnTo>
                  <a:lnTo>
                    <a:pt x="166496" y="153266"/>
                  </a:lnTo>
                  <a:lnTo>
                    <a:pt x="108288" y="176577"/>
                  </a:lnTo>
                  <a:lnTo>
                    <a:pt x="61886" y="200963"/>
                  </a:lnTo>
                  <a:lnTo>
                    <a:pt x="27937" y="226307"/>
                  </a:lnTo>
                  <a:lnTo>
                    <a:pt x="1786" y="265862"/>
                  </a:lnTo>
                  <a:lnTo>
                    <a:pt x="0" y="279400"/>
                  </a:lnTo>
                  <a:lnTo>
                    <a:pt x="1786" y="292937"/>
                  </a:lnTo>
                  <a:lnTo>
                    <a:pt x="27937" y="332492"/>
                  </a:lnTo>
                  <a:lnTo>
                    <a:pt x="61886" y="357836"/>
                  </a:lnTo>
                  <a:lnTo>
                    <a:pt x="108288" y="382222"/>
                  </a:lnTo>
                  <a:lnTo>
                    <a:pt x="166496" y="405533"/>
                  </a:lnTo>
                  <a:lnTo>
                    <a:pt x="235858" y="427652"/>
                  </a:lnTo>
                  <a:lnTo>
                    <a:pt x="274520" y="438227"/>
                  </a:lnTo>
                  <a:lnTo>
                    <a:pt x="315727" y="448461"/>
                  </a:lnTo>
                  <a:lnTo>
                    <a:pt x="359398" y="458339"/>
                  </a:lnTo>
                  <a:lnTo>
                    <a:pt x="405452" y="467845"/>
                  </a:lnTo>
                  <a:lnTo>
                    <a:pt x="453808" y="476965"/>
                  </a:lnTo>
                  <a:lnTo>
                    <a:pt x="504385" y="485685"/>
                  </a:lnTo>
                  <a:lnTo>
                    <a:pt x="557101" y="493990"/>
                  </a:lnTo>
                  <a:lnTo>
                    <a:pt x="611876" y="501865"/>
                  </a:lnTo>
                  <a:lnTo>
                    <a:pt x="668627" y="509296"/>
                  </a:lnTo>
                  <a:lnTo>
                    <a:pt x="727275" y="516268"/>
                  </a:lnTo>
                  <a:lnTo>
                    <a:pt x="787738" y="522766"/>
                  </a:lnTo>
                  <a:lnTo>
                    <a:pt x="849935" y="528776"/>
                  </a:lnTo>
                  <a:lnTo>
                    <a:pt x="913784" y="534283"/>
                  </a:lnTo>
                  <a:lnTo>
                    <a:pt x="979204" y="539272"/>
                  </a:lnTo>
                  <a:lnTo>
                    <a:pt x="1046115" y="543729"/>
                  </a:lnTo>
                  <a:lnTo>
                    <a:pt x="1114435" y="547640"/>
                  </a:lnTo>
                  <a:lnTo>
                    <a:pt x="1184083" y="550989"/>
                  </a:lnTo>
                  <a:lnTo>
                    <a:pt x="1254977" y="553762"/>
                  </a:lnTo>
                  <a:lnTo>
                    <a:pt x="1327037" y="555944"/>
                  </a:lnTo>
                  <a:lnTo>
                    <a:pt x="1400182" y="557520"/>
                  </a:lnTo>
                  <a:lnTo>
                    <a:pt x="1474330" y="558477"/>
                  </a:lnTo>
                  <a:lnTo>
                    <a:pt x="1549400" y="558800"/>
                  </a:lnTo>
                  <a:lnTo>
                    <a:pt x="1624469" y="558477"/>
                  </a:lnTo>
                  <a:lnTo>
                    <a:pt x="1698617" y="557520"/>
                  </a:lnTo>
                  <a:lnTo>
                    <a:pt x="1771761" y="555944"/>
                  </a:lnTo>
                  <a:lnTo>
                    <a:pt x="1843821" y="553762"/>
                  </a:lnTo>
                  <a:lnTo>
                    <a:pt x="1914716" y="550989"/>
                  </a:lnTo>
                  <a:lnTo>
                    <a:pt x="1984364" y="547640"/>
                  </a:lnTo>
                  <a:lnTo>
                    <a:pt x="2052683" y="543729"/>
                  </a:lnTo>
                  <a:lnTo>
                    <a:pt x="2119594" y="539272"/>
                  </a:lnTo>
                  <a:lnTo>
                    <a:pt x="2185015" y="534283"/>
                  </a:lnTo>
                  <a:lnTo>
                    <a:pt x="2248864" y="528776"/>
                  </a:lnTo>
                  <a:lnTo>
                    <a:pt x="2311060" y="522766"/>
                  </a:lnTo>
                  <a:lnTo>
                    <a:pt x="2371523" y="516268"/>
                  </a:lnTo>
                  <a:lnTo>
                    <a:pt x="2430171" y="509296"/>
                  </a:lnTo>
                  <a:lnTo>
                    <a:pt x="2486923" y="501865"/>
                  </a:lnTo>
                  <a:lnTo>
                    <a:pt x="2541698" y="493990"/>
                  </a:lnTo>
                  <a:lnTo>
                    <a:pt x="2594414" y="485685"/>
                  </a:lnTo>
                  <a:lnTo>
                    <a:pt x="2644991" y="476965"/>
                  </a:lnTo>
                  <a:lnTo>
                    <a:pt x="2693347" y="467845"/>
                  </a:lnTo>
                  <a:lnTo>
                    <a:pt x="2739401" y="458339"/>
                  </a:lnTo>
                  <a:lnTo>
                    <a:pt x="2783072" y="448461"/>
                  </a:lnTo>
                  <a:lnTo>
                    <a:pt x="2824279" y="438227"/>
                  </a:lnTo>
                  <a:lnTo>
                    <a:pt x="2862941" y="427652"/>
                  </a:lnTo>
                  <a:lnTo>
                    <a:pt x="2932303" y="405533"/>
                  </a:lnTo>
                  <a:lnTo>
                    <a:pt x="2990510" y="382222"/>
                  </a:lnTo>
                  <a:lnTo>
                    <a:pt x="3036913" y="357836"/>
                  </a:lnTo>
                  <a:lnTo>
                    <a:pt x="3070861" y="332492"/>
                  </a:lnTo>
                  <a:lnTo>
                    <a:pt x="3097013" y="292937"/>
                  </a:lnTo>
                  <a:lnTo>
                    <a:pt x="3098799" y="279400"/>
                  </a:lnTo>
                </a:path>
              </a:pathLst>
            </a:custGeom>
            <a:ln w="27940">
              <a:solidFill>
                <a:srgbClr val="E695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2" name="object 62"/>
          <p:cNvSpPr txBox="1"/>
          <p:nvPr/>
        </p:nvSpPr>
        <p:spPr>
          <a:xfrm>
            <a:off x="4919365" y="2089149"/>
            <a:ext cx="853440" cy="3835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algn="ctr">
              <a:lnSpc>
                <a:spcPts val="800"/>
              </a:lnSpc>
              <a:spcBef>
                <a:spcPts val="100"/>
              </a:spcBef>
            </a:pPr>
            <a:r>
              <a:rPr sz="750" b="1" spc="-10" dirty="0">
                <a:solidFill>
                  <a:srgbClr val="794F00"/>
                </a:solidFill>
                <a:latin typeface="Arial"/>
                <a:cs typeface="Arial"/>
              </a:rPr>
              <a:t>03.02</a:t>
            </a:r>
            <a:endParaRPr sz="750">
              <a:latin typeface="Arial"/>
              <a:cs typeface="Arial"/>
            </a:endParaRPr>
          </a:p>
          <a:p>
            <a:pPr algn="ctr">
              <a:lnSpc>
                <a:spcPts val="919"/>
              </a:lnSpc>
            </a:pPr>
            <a:r>
              <a:rPr sz="850" dirty="0">
                <a:solidFill>
                  <a:srgbClr val="1A1A2D"/>
                </a:solidFill>
                <a:latin typeface="Arial MT"/>
                <a:cs typeface="Arial MT"/>
              </a:rPr>
              <a:t>Configure</a:t>
            </a:r>
            <a:r>
              <a:rPr sz="850" spc="-35" dirty="0">
                <a:solidFill>
                  <a:srgbClr val="1A1A2D"/>
                </a:solidFill>
                <a:latin typeface="Arial MT"/>
                <a:cs typeface="Arial MT"/>
              </a:rPr>
              <a:t> </a:t>
            </a:r>
            <a:r>
              <a:rPr sz="850" spc="-10" dirty="0">
                <a:solidFill>
                  <a:srgbClr val="1A1A2D"/>
                </a:solidFill>
                <a:latin typeface="Arial MT"/>
                <a:cs typeface="Arial MT"/>
              </a:rPr>
              <a:t>Pricing</a:t>
            </a:r>
            <a:endParaRPr sz="850">
              <a:latin typeface="Arial MT"/>
              <a:cs typeface="Arial MT"/>
            </a:endParaRPr>
          </a:p>
          <a:p>
            <a:pPr algn="ctr">
              <a:lnSpc>
                <a:spcPct val="100000"/>
              </a:lnSpc>
              <a:spcBef>
                <a:spcPts val="80"/>
              </a:spcBef>
            </a:pPr>
            <a:r>
              <a:rPr sz="850" dirty="0">
                <a:solidFill>
                  <a:srgbClr val="1A1A2D"/>
                </a:solidFill>
                <a:latin typeface="Arial MT"/>
                <a:cs typeface="Arial MT"/>
              </a:rPr>
              <a:t>&amp; </a:t>
            </a:r>
            <a:r>
              <a:rPr sz="850" spc="-10" dirty="0">
                <a:solidFill>
                  <a:srgbClr val="1A1A2D"/>
                </a:solidFill>
                <a:latin typeface="Arial MT"/>
                <a:cs typeface="Arial MT"/>
              </a:rPr>
              <a:t>Discounts</a:t>
            </a:r>
            <a:endParaRPr sz="850">
              <a:latin typeface="Arial MT"/>
              <a:cs typeface="Arial MT"/>
            </a:endParaRPr>
          </a:p>
        </p:txBody>
      </p:sp>
      <p:grpSp>
        <p:nvGrpSpPr>
          <p:cNvPr id="63" name="object 63"/>
          <p:cNvGrpSpPr/>
          <p:nvPr/>
        </p:nvGrpSpPr>
        <p:grpSpPr>
          <a:xfrm>
            <a:off x="3782630" y="2754629"/>
            <a:ext cx="3126740" cy="586740"/>
            <a:chOff x="3782630" y="2754629"/>
            <a:chExt cx="3126740" cy="586740"/>
          </a:xfrm>
        </p:grpSpPr>
        <p:sp>
          <p:nvSpPr>
            <p:cNvPr id="64" name="object 64"/>
            <p:cNvSpPr/>
            <p:nvPr/>
          </p:nvSpPr>
          <p:spPr>
            <a:xfrm>
              <a:off x="3796600" y="2768599"/>
              <a:ext cx="3098800" cy="558800"/>
            </a:xfrm>
            <a:custGeom>
              <a:avLst/>
              <a:gdLst/>
              <a:ahLst/>
              <a:cxnLst/>
              <a:rect l="l" t="t" r="r" b="b"/>
              <a:pathLst>
                <a:path w="3098800" h="558800">
                  <a:moveTo>
                    <a:pt x="1549400" y="0"/>
                  </a:moveTo>
                  <a:lnTo>
                    <a:pt x="1474330" y="322"/>
                  </a:lnTo>
                  <a:lnTo>
                    <a:pt x="1400182" y="1279"/>
                  </a:lnTo>
                  <a:lnTo>
                    <a:pt x="1327037" y="2855"/>
                  </a:lnTo>
                  <a:lnTo>
                    <a:pt x="1254977" y="5037"/>
                  </a:lnTo>
                  <a:lnTo>
                    <a:pt x="1184083" y="7810"/>
                  </a:lnTo>
                  <a:lnTo>
                    <a:pt x="1114435" y="11159"/>
                  </a:lnTo>
                  <a:lnTo>
                    <a:pt x="1046115" y="15070"/>
                  </a:lnTo>
                  <a:lnTo>
                    <a:pt x="979204" y="19527"/>
                  </a:lnTo>
                  <a:lnTo>
                    <a:pt x="913784" y="24516"/>
                  </a:lnTo>
                  <a:lnTo>
                    <a:pt x="849935" y="30023"/>
                  </a:lnTo>
                  <a:lnTo>
                    <a:pt x="787738" y="36033"/>
                  </a:lnTo>
                  <a:lnTo>
                    <a:pt x="727275" y="42531"/>
                  </a:lnTo>
                  <a:lnTo>
                    <a:pt x="668627" y="49503"/>
                  </a:lnTo>
                  <a:lnTo>
                    <a:pt x="611876" y="56934"/>
                  </a:lnTo>
                  <a:lnTo>
                    <a:pt x="557101" y="64809"/>
                  </a:lnTo>
                  <a:lnTo>
                    <a:pt x="504385" y="73114"/>
                  </a:lnTo>
                  <a:lnTo>
                    <a:pt x="453808" y="81834"/>
                  </a:lnTo>
                  <a:lnTo>
                    <a:pt x="405452" y="90954"/>
                  </a:lnTo>
                  <a:lnTo>
                    <a:pt x="359398" y="100460"/>
                  </a:lnTo>
                  <a:lnTo>
                    <a:pt x="315727" y="110338"/>
                  </a:lnTo>
                  <a:lnTo>
                    <a:pt x="274520" y="120572"/>
                  </a:lnTo>
                  <a:lnTo>
                    <a:pt x="235858" y="131147"/>
                  </a:lnTo>
                  <a:lnTo>
                    <a:pt x="166496" y="153266"/>
                  </a:lnTo>
                  <a:lnTo>
                    <a:pt x="108288" y="176577"/>
                  </a:lnTo>
                  <a:lnTo>
                    <a:pt x="61886" y="200963"/>
                  </a:lnTo>
                  <a:lnTo>
                    <a:pt x="27937" y="226307"/>
                  </a:lnTo>
                  <a:lnTo>
                    <a:pt x="1786" y="265862"/>
                  </a:lnTo>
                  <a:lnTo>
                    <a:pt x="0" y="279400"/>
                  </a:lnTo>
                  <a:lnTo>
                    <a:pt x="1786" y="292937"/>
                  </a:lnTo>
                  <a:lnTo>
                    <a:pt x="27937" y="332492"/>
                  </a:lnTo>
                  <a:lnTo>
                    <a:pt x="61886" y="357836"/>
                  </a:lnTo>
                  <a:lnTo>
                    <a:pt x="108288" y="382222"/>
                  </a:lnTo>
                  <a:lnTo>
                    <a:pt x="166496" y="405533"/>
                  </a:lnTo>
                  <a:lnTo>
                    <a:pt x="235858" y="427652"/>
                  </a:lnTo>
                  <a:lnTo>
                    <a:pt x="274520" y="438227"/>
                  </a:lnTo>
                  <a:lnTo>
                    <a:pt x="315727" y="448461"/>
                  </a:lnTo>
                  <a:lnTo>
                    <a:pt x="359398" y="458339"/>
                  </a:lnTo>
                  <a:lnTo>
                    <a:pt x="405452" y="467845"/>
                  </a:lnTo>
                  <a:lnTo>
                    <a:pt x="453808" y="476965"/>
                  </a:lnTo>
                  <a:lnTo>
                    <a:pt x="504385" y="485685"/>
                  </a:lnTo>
                  <a:lnTo>
                    <a:pt x="557101" y="493990"/>
                  </a:lnTo>
                  <a:lnTo>
                    <a:pt x="611876" y="501865"/>
                  </a:lnTo>
                  <a:lnTo>
                    <a:pt x="668627" y="509296"/>
                  </a:lnTo>
                  <a:lnTo>
                    <a:pt x="727275" y="516268"/>
                  </a:lnTo>
                  <a:lnTo>
                    <a:pt x="787738" y="522766"/>
                  </a:lnTo>
                  <a:lnTo>
                    <a:pt x="849935" y="528776"/>
                  </a:lnTo>
                  <a:lnTo>
                    <a:pt x="913784" y="534283"/>
                  </a:lnTo>
                  <a:lnTo>
                    <a:pt x="979204" y="539272"/>
                  </a:lnTo>
                  <a:lnTo>
                    <a:pt x="1046115" y="543729"/>
                  </a:lnTo>
                  <a:lnTo>
                    <a:pt x="1114435" y="547640"/>
                  </a:lnTo>
                  <a:lnTo>
                    <a:pt x="1184083" y="550989"/>
                  </a:lnTo>
                  <a:lnTo>
                    <a:pt x="1254977" y="553762"/>
                  </a:lnTo>
                  <a:lnTo>
                    <a:pt x="1327037" y="555944"/>
                  </a:lnTo>
                  <a:lnTo>
                    <a:pt x="1400182" y="557520"/>
                  </a:lnTo>
                  <a:lnTo>
                    <a:pt x="1474330" y="558477"/>
                  </a:lnTo>
                  <a:lnTo>
                    <a:pt x="1549400" y="558800"/>
                  </a:lnTo>
                  <a:lnTo>
                    <a:pt x="1624469" y="558477"/>
                  </a:lnTo>
                  <a:lnTo>
                    <a:pt x="1698617" y="557520"/>
                  </a:lnTo>
                  <a:lnTo>
                    <a:pt x="1771761" y="555944"/>
                  </a:lnTo>
                  <a:lnTo>
                    <a:pt x="1843821" y="553762"/>
                  </a:lnTo>
                  <a:lnTo>
                    <a:pt x="1914716" y="550989"/>
                  </a:lnTo>
                  <a:lnTo>
                    <a:pt x="1984364" y="547640"/>
                  </a:lnTo>
                  <a:lnTo>
                    <a:pt x="2052683" y="543729"/>
                  </a:lnTo>
                  <a:lnTo>
                    <a:pt x="2119594" y="539272"/>
                  </a:lnTo>
                  <a:lnTo>
                    <a:pt x="2185015" y="534283"/>
                  </a:lnTo>
                  <a:lnTo>
                    <a:pt x="2248864" y="528776"/>
                  </a:lnTo>
                  <a:lnTo>
                    <a:pt x="2311060" y="522766"/>
                  </a:lnTo>
                  <a:lnTo>
                    <a:pt x="2371523" y="516268"/>
                  </a:lnTo>
                  <a:lnTo>
                    <a:pt x="2430171" y="509296"/>
                  </a:lnTo>
                  <a:lnTo>
                    <a:pt x="2486923" y="501865"/>
                  </a:lnTo>
                  <a:lnTo>
                    <a:pt x="2541698" y="493990"/>
                  </a:lnTo>
                  <a:lnTo>
                    <a:pt x="2594414" y="485685"/>
                  </a:lnTo>
                  <a:lnTo>
                    <a:pt x="2644991" y="476965"/>
                  </a:lnTo>
                  <a:lnTo>
                    <a:pt x="2693347" y="467845"/>
                  </a:lnTo>
                  <a:lnTo>
                    <a:pt x="2739401" y="458339"/>
                  </a:lnTo>
                  <a:lnTo>
                    <a:pt x="2783072" y="448461"/>
                  </a:lnTo>
                  <a:lnTo>
                    <a:pt x="2824279" y="438227"/>
                  </a:lnTo>
                  <a:lnTo>
                    <a:pt x="2862941" y="427652"/>
                  </a:lnTo>
                  <a:lnTo>
                    <a:pt x="2932303" y="405533"/>
                  </a:lnTo>
                  <a:lnTo>
                    <a:pt x="2990510" y="382222"/>
                  </a:lnTo>
                  <a:lnTo>
                    <a:pt x="3036913" y="357836"/>
                  </a:lnTo>
                  <a:lnTo>
                    <a:pt x="3070861" y="332492"/>
                  </a:lnTo>
                  <a:lnTo>
                    <a:pt x="3097013" y="292937"/>
                  </a:lnTo>
                  <a:lnTo>
                    <a:pt x="3098799" y="279400"/>
                  </a:lnTo>
                  <a:lnTo>
                    <a:pt x="3097013" y="265862"/>
                  </a:lnTo>
                  <a:lnTo>
                    <a:pt x="3070861" y="226307"/>
                  </a:lnTo>
                  <a:lnTo>
                    <a:pt x="3036913" y="200963"/>
                  </a:lnTo>
                  <a:lnTo>
                    <a:pt x="2990510" y="176577"/>
                  </a:lnTo>
                  <a:lnTo>
                    <a:pt x="2932303" y="153266"/>
                  </a:lnTo>
                  <a:lnTo>
                    <a:pt x="2862941" y="131147"/>
                  </a:lnTo>
                  <a:lnTo>
                    <a:pt x="2824279" y="120572"/>
                  </a:lnTo>
                  <a:lnTo>
                    <a:pt x="2783072" y="110338"/>
                  </a:lnTo>
                  <a:lnTo>
                    <a:pt x="2739401" y="100460"/>
                  </a:lnTo>
                  <a:lnTo>
                    <a:pt x="2693347" y="90954"/>
                  </a:lnTo>
                  <a:lnTo>
                    <a:pt x="2644991" y="81834"/>
                  </a:lnTo>
                  <a:lnTo>
                    <a:pt x="2594414" y="73114"/>
                  </a:lnTo>
                  <a:lnTo>
                    <a:pt x="2541698" y="64809"/>
                  </a:lnTo>
                  <a:lnTo>
                    <a:pt x="2486923" y="56934"/>
                  </a:lnTo>
                  <a:lnTo>
                    <a:pt x="2430171" y="49503"/>
                  </a:lnTo>
                  <a:lnTo>
                    <a:pt x="2371523" y="42531"/>
                  </a:lnTo>
                  <a:lnTo>
                    <a:pt x="2311060" y="36033"/>
                  </a:lnTo>
                  <a:lnTo>
                    <a:pt x="2248864" y="30023"/>
                  </a:lnTo>
                  <a:lnTo>
                    <a:pt x="2185015" y="24516"/>
                  </a:lnTo>
                  <a:lnTo>
                    <a:pt x="2119594" y="19527"/>
                  </a:lnTo>
                  <a:lnTo>
                    <a:pt x="2052683" y="15070"/>
                  </a:lnTo>
                  <a:lnTo>
                    <a:pt x="1984364" y="11159"/>
                  </a:lnTo>
                  <a:lnTo>
                    <a:pt x="1914716" y="7810"/>
                  </a:lnTo>
                  <a:lnTo>
                    <a:pt x="1843821" y="5037"/>
                  </a:lnTo>
                  <a:lnTo>
                    <a:pt x="1771761" y="2855"/>
                  </a:lnTo>
                  <a:lnTo>
                    <a:pt x="1698617" y="1279"/>
                  </a:lnTo>
                  <a:lnTo>
                    <a:pt x="1624469" y="322"/>
                  </a:lnTo>
                  <a:lnTo>
                    <a:pt x="1549400" y="0"/>
                  </a:lnTo>
                  <a:close/>
                </a:path>
              </a:pathLst>
            </a:custGeom>
            <a:solidFill>
              <a:srgbClr val="FFF2C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5" name="object 65"/>
            <p:cNvSpPr/>
            <p:nvPr/>
          </p:nvSpPr>
          <p:spPr>
            <a:xfrm>
              <a:off x="3796600" y="2768599"/>
              <a:ext cx="3098800" cy="558800"/>
            </a:xfrm>
            <a:custGeom>
              <a:avLst/>
              <a:gdLst/>
              <a:ahLst/>
              <a:cxnLst/>
              <a:rect l="l" t="t" r="r" b="b"/>
              <a:pathLst>
                <a:path w="3098800" h="558800">
                  <a:moveTo>
                    <a:pt x="3098799" y="279400"/>
                  </a:moveTo>
                  <a:lnTo>
                    <a:pt x="3082963" y="239301"/>
                  </a:lnTo>
                  <a:lnTo>
                    <a:pt x="3036913" y="200963"/>
                  </a:lnTo>
                  <a:lnTo>
                    <a:pt x="2990510" y="176577"/>
                  </a:lnTo>
                  <a:lnTo>
                    <a:pt x="2932303" y="153266"/>
                  </a:lnTo>
                  <a:lnTo>
                    <a:pt x="2862941" y="131147"/>
                  </a:lnTo>
                  <a:lnTo>
                    <a:pt x="2824279" y="120572"/>
                  </a:lnTo>
                  <a:lnTo>
                    <a:pt x="2783072" y="110338"/>
                  </a:lnTo>
                  <a:lnTo>
                    <a:pt x="2739401" y="100460"/>
                  </a:lnTo>
                  <a:lnTo>
                    <a:pt x="2693347" y="90954"/>
                  </a:lnTo>
                  <a:lnTo>
                    <a:pt x="2644991" y="81834"/>
                  </a:lnTo>
                  <a:lnTo>
                    <a:pt x="2594414" y="73114"/>
                  </a:lnTo>
                  <a:lnTo>
                    <a:pt x="2541698" y="64809"/>
                  </a:lnTo>
                  <a:lnTo>
                    <a:pt x="2486923" y="56934"/>
                  </a:lnTo>
                  <a:lnTo>
                    <a:pt x="2430171" y="49503"/>
                  </a:lnTo>
                  <a:lnTo>
                    <a:pt x="2371523" y="42531"/>
                  </a:lnTo>
                  <a:lnTo>
                    <a:pt x="2311060" y="36033"/>
                  </a:lnTo>
                  <a:lnTo>
                    <a:pt x="2248864" y="30023"/>
                  </a:lnTo>
                  <a:lnTo>
                    <a:pt x="2185015" y="24516"/>
                  </a:lnTo>
                  <a:lnTo>
                    <a:pt x="2119594" y="19527"/>
                  </a:lnTo>
                  <a:lnTo>
                    <a:pt x="2052683" y="15070"/>
                  </a:lnTo>
                  <a:lnTo>
                    <a:pt x="1984364" y="11159"/>
                  </a:lnTo>
                  <a:lnTo>
                    <a:pt x="1914716" y="7810"/>
                  </a:lnTo>
                  <a:lnTo>
                    <a:pt x="1843821" y="5037"/>
                  </a:lnTo>
                  <a:lnTo>
                    <a:pt x="1771761" y="2855"/>
                  </a:lnTo>
                  <a:lnTo>
                    <a:pt x="1698617" y="1279"/>
                  </a:lnTo>
                  <a:lnTo>
                    <a:pt x="1624469" y="322"/>
                  </a:lnTo>
                  <a:lnTo>
                    <a:pt x="1549400" y="0"/>
                  </a:lnTo>
                  <a:lnTo>
                    <a:pt x="1474330" y="322"/>
                  </a:lnTo>
                  <a:lnTo>
                    <a:pt x="1400182" y="1279"/>
                  </a:lnTo>
                  <a:lnTo>
                    <a:pt x="1327037" y="2855"/>
                  </a:lnTo>
                  <a:lnTo>
                    <a:pt x="1254977" y="5037"/>
                  </a:lnTo>
                  <a:lnTo>
                    <a:pt x="1184083" y="7810"/>
                  </a:lnTo>
                  <a:lnTo>
                    <a:pt x="1114435" y="11159"/>
                  </a:lnTo>
                  <a:lnTo>
                    <a:pt x="1046115" y="15070"/>
                  </a:lnTo>
                  <a:lnTo>
                    <a:pt x="979204" y="19527"/>
                  </a:lnTo>
                  <a:lnTo>
                    <a:pt x="913784" y="24516"/>
                  </a:lnTo>
                  <a:lnTo>
                    <a:pt x="849935" y="30023"/>
                  </a:lnTo>
                  <a:lnTo>
                    <a:pt x="787738" y="36033"/>
                  </a:lnTo>
                  <a:lnTo>
                    <a:pt x="727275" y="42531"/>
                  </a:lnTo>
                  <a:lnTo>
                    <a:pt x="668627" y="49503"/>
                  </a:lnTo>
                  <a:lnTo>
                    <a:pt x="611876" y="56934"/>
                  </a:lnTo>
                  <a:lnTo>
                    <a:pt x="557101" y="64809"/>
                  </a:lnTo>
                  <a:lnTo>
                    <a:pt x="504385" y="73114"/>
                  </a:lnTo>
                  <a:lnTo>
                    <a:pt x="453808" y="81834"/>
                  </a:lnTo>
                  <a:lnTo>
                    <a:pt x="405452" y="90954"/>
                  </a:lnTo>
                  <a:lnTo>
                    <a:pt x="359398" y="100460"/>
                  </a:lnTo>
                  <a:lnTo>
                    <a:pt x="315727" y="110338"/>
                  </a:lnTo>
                  <a:lnTo>
                    <a:pt x="274520" y="120572"/>
                  </a:lnTo>
                  <a:lnTo>
                    <a:pt x="235858" y="131147"/>
                  </a:lnTo>
                  <a:lnTo>
                    <a:pt x="166496" y="153266"/>
                  </a:lnTo>
                  <a:lnTo>
                    <a:pt x="108288" y="176577"/>
                  </a:lnTo>
                  <a:lnTo>
                    <a:pt x="61886" y="200963"/>
                  </a:lnTo>
                  <a:lnTo>
                    <a:pt x="27937" y="226307"/>
                  </a:lnTo>
                  <a:lnTo>
                    <a:pt x="1786" y="265862"/>
                  </a:lnTo>
                  <a:lnTo>
                    <a:pt x="0" y="279400"/>
                  </a:lnTo>
                  <a:lnTo>
                    <a:pt x="1786" y="292937"/>
                  </a:lnTo>
                  <a:lnTo>
                    <a:pt x="27937" y="332492"/>
                  </a:lnTo>
                  <a:lnTo>
                    <a:pt x="61886" y="357836"/>
                  </a:lnTo>
                  <a:lnTo>
                    <a:pt x="108288" y="382222"/>
                  </a:lnTo>
                  <a:lnTo>
                    <a:pt x="166496" y="405533"/>
                  </a:lnTo>
                  <a:lnTo>
                    <a:pt x="235858" y="427652"/>
                  </a:lnTo>
                  <a:lnTo>
                    <a:pt x="274520" y="438227"/>
                  </a:lnTo>
                  <a:lnTo>
                    <a:pt x="315727" y="448461"/>
                  </a:lnTo>
                  <a:lnTo>
                    <a:pt x="359398" y="458339"/>
                  </a:lnTo>
                  <a:lnTo>
                    <a:pt x="405452" y="467845"/>
                  </a:lnTo>
                  <a:lnTo>
                    <a:pt x="453808" y="476965"/>
                  </a:lnTo>
                  <a:lnTo>
                    <a:pt x="504385" y="485685"/>
                  </a:lnTo>
                  <a:lnTo>
                    <a:pt x="557101" y="493990"/>
                  </a:lnTo>
                  <a:lnTo>
                    <a:pt x="611876" y="501865"/>
                  </a:lnTo>
                  <a:lnTo>
                    <a:pt x="668627" y="509296"/>
                  </a:lnTo>
                  <a:lnTo>
                    <a:pt x="727275" y="516268"/>
                  </a:lnTo>
                  <a:lnTo>
                    <a:pt x="787738" y="522766"/>
                  </a:lnTo>
                  <a:lnTo>
                    <a:pt x="849935" y="528776"/>
                  </a:lnTo>
                  <a:lnTo>
                    <a:pt x="913784" y="534283"/>
                  </a:lnTo>
                  <a:lnTo>
                    <a:pt x="979204" y="539272"/>
                  </a:lnTo>
                  <a:lnTo>
                    <a:pt x="1046115" y="543729"/>
                  </a:lnTo>
                  <a:lnTo>
                    <a:pt x="1114435" y="547640"/>
                  </a:lnTo>
                  <a:lnTo>
                    <a:pt x="1184083" y="550989"/>
                  </a:lnTo>
                  <a:lnTo>
                    <a:pt x="1254977" y="553762"/>
                  </a:lnTo>
                  <a:lnTo>
                    <a:pt x="1327037" y="555944"/>
                  </a:lnTo>
                  <a:lnTo>
                    <a:pt x="1400182" y="557520"/>
                  </a:lnTo>
                  <a:lnTo>
                    <a:pt x="1474330" y="558477"/>
                  </a:lnTo>
                  <a:lnTo>
                    <a:pt x="1549400" y="558800"/>
                  </a:lnTo>
                  <a:lnTo>
                    <a:pt x="1624469" y="558477"/>
                  </a:lnTo>
                  <a:lnTo>
                    <a:pt x="1698617" y="557520"/>
                  </a:lnTo>
                  <a:lnTo>
                    <a:pt x="1771761" y="555944"/>
                  </a:lnTo>
                  <a:lnTo>
                    <a:pt x="1843821" y="553762"/>
                  </a:lnTo>
                  <a:lnTo>
                    <a:pt x="1914716" y="550989"/>
                  </a:lnTo>
                  <a:lnTo>
                    <a:pt x="1984364" y="547640"/>
                  </a:lnTo>
                  <a:lnTo>
                    <a:pt x="2052683" y="543729"/>
                  </a:lnTo>
                  <a:lnTo>
                    <a:pt x="2119594" y="539272"/>
                  </a:lnTo>
                  <a:lnTo>
                    <a:pt x="2185015" y="534283"/>
                  </a:lnTo>
                  <a:lnTo>
                    <a:pt x="2248864" y="528776"/>
                  </a:lnTo>
                  <a:lnTo>
                    <a:pt x="2311060" y="522766"/>
                  </a:lnTo>
                  <a:lnTo>
                    <a:pt x="2371523" y="516268"/>
                  </a:lnTo>
                  <a:lnTo>
                    <a:pt x="2430171" y="509296"/>
                  </a:lnTo>
                  <a:lnTo>
                    <a:pt x="2486923" y="501865"/>
                  </a:lnTo>
                  <a:lnTo>
                    <a:pt x="2541698" y="493990"/>
                  </a:lnTo>
                  <a:lnTo>
                    <a:pt x="2594414" y="485685"/>
                  </a:lnTo>
                  <a:lnTo>
                    <a:pt x="2644991" y="476965"/>
                  </a:lnTo>
                  <a:lnTo>
                    <a:pt x="2693347" y="467845"/>
                  </a:lnTo>
                  <a:lnTo>
                    <a:pt x="2739401" y="458339"/>
                  </a:lnTo>
                  <a:lnTo>
                    <a:pt x="2783072" y="448461"/>
                  </a:lnTo>
                  <a:lnTo>
                    <a:pt x="2824279" y="438227"/>
                  </a:lnTo>
                  <a:lnTo>
                    <a:pt x="2862941" y="427652"/>
                  </a:lnTo>
                  <a:lnTo>
                    <a:pt x="2932303" y="405533"/>
                  </a:lnTo>
                  <a:lnTo>
                    <a:pt x="2990510" y="382222"/>
                  </a:lnTo>
                  <a:lnTo>
                    <a:pt x="3036913" y="357836"/>
                  </a:lnTo>
                  <a:lnTo>
                    <a:pt x="3070861" y="332492"/>
                  </a:lnTo>
                  <a:lnTo>
                    <a:pt x="3097013" y="292937"/>
                  </a:lnTo>
                  <a:lnTo>
                    <a:pt x="3098799" y="279400"/>
                  </a:lnTo>
                </a:path>
              </a:pathLst>
            </a:custGeom>
            <a:ln w="27940">
              <a:solidFill>
                <a:srgbClr val="E695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6" name="object 66"/>
          <p:cNvSpPr txBox="1"/>
          <p:nvPr/>
        </p:nvSpPr>
        <p:spPr>
          <a:xfrm>
            <a:off x="4916342" y="2851149"/>
            <a:ext cx="859790" cy="3835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algn="ctr">
              <a:lnSpc>
                <a:spcPts val="800"/>
              </a:lnSpc>
              <a:spcBef>
                <a:spcPts val="100"/>
              </a:spcBef>
            </a:pPr>
            <a:r>
              <a:rPr sz="750" b="1" spc="-10" dirty="0">
                <a:solidFill>
                  <a:srgbClr val="794F00"/>
                </a:solidFill>
                <a:latin typeface="Arial"/>
                <a:cs typeface="Arial"/>
              </a:rPr>
              <a:t>03.03</a:t>
            </a:r>
            <a:endParaRPr sz="750">
              <a:latin typeface="Arial"/>
              <a:cs typeface="Arial"/>
            </a:endParaRPr>
          </a:p>
          <a:p>
            <a:pPr algn="ctr">
              <a:lnSpc>
                <a:spcPts val="919"/>
              </a:lnSpc>
            </a:pPr>
            <a:r>
              <a:rPr sz="850" dirty="0">
                <a:solidFill>
                  <a:srgbClr val="1A1A2D"/>
                </a:solidFill>
                <a:latin typeface="Arial MT"/>
                <a:cs typeface="Arial MT"/>
              </a:rPr>
              <a:t>Browse</a:t>
            </a:r>
            <a:r>
              <a:rPr sz="850" spc="-10" dirty="0">
                <a:solidFill>
                  <a:srgbClr val="1A1A2D"/>
                </a:solidFill>
                <a:latin typeface="Arial MT"/>
                <a:cs typeface="Arial MT"/>
              </a:rPr>
              <a:t> </a:t>
            </a:r>
            <a:r>
              <a:rPr sz="850" dirty="0">
                <a:solidFill>
                  <a:srgbClr val="1A1A2D"/>
                </a:solidFill>
                <a:latin typeface="Arial MT"/>
                <a:cs typeface="Arial MT"/>
              </a:rPr>
              <a:t>&amp;</a:t>
            </a:r>
            <a:r>
              <a:rPr sz="850" spc="-10" dirty="0">
                <a:solidFill>
                  <a:srgbClr val="1A1A2D"/>
                </a:solidFill>
                <a:latin typeface="Arial MT"/>
                <a:cs typeface="Arial MT"/>
              </a:rPr>
              <a:t> Search</a:t>
            </a:r>
            <a:endParaRPr sz="850">
              <a:latin typeface="Arial MT"/>
              <a:cs typeface="Arial MT"/>
            </a:endParaRPr>
          </a:p>
          <a:p>
            <a:pPr algn="ctr">
              <a:lnSpc>
                <a:spcPct val="100000"/>
              </a:lnSpc>
              <a:spcBef>
                <a:spcPts val="80"/>
              </a:spcBef>
            </a:pPr>
            <a:r>
              <a:rPr sz="850" dirty="0">
                <a:solidFill>
                  <a:srgbClr val="1A1A2D"/>
                </a:solidFill>
                <a:latin typeface="Arial MT"/>
                <a:cs typeface="Arial MT"/>
              </a:rPr>
              <a:t>Product</a:t>
            </a:r>
            <a:r>
              <a:rPr sz="850" spc="-25" dirty="0">
                <a:solidFill>
                  <a:srgbClr val="1A1A2D"/>
                </a:solidFill>
                <a:latin typeface="Arial MT"/>
                <a:cs typeface="Arial MT"/>
              </a:rPr>
              <a:t> </a:t>
            </a:r>
            <a:r>
              <a:rPr sz="850" spc="-10" dirty="0">
                <a:solidFill>
                  <a:srgbClr val="1A1A2D"/>
                </a:solidFill>
                <a:latin typeface="Arial MT"/>
                <a:cs typeface="Arial MT"/>
              </a:rPr>
              <a:t>Catalog</a:t>
            </a:r>
            <a:endParaRPr sz="850">
              <a:latin typeface="Arial MT"/>
              <a:cs typeface="Arial MT"/>
            </a:endParaRPr>
          </a:p>
        </p:txBody>
      </p:sp>
      <p:grpSp>
        <p:nvGrpSpPr>
          <p:cNvPr id="67" name="object 67"/>
          <p:cNvGrpSpPr/>
          <p:nvPr/>
        </p:nvGrpSpPr>
        <p:grpSpPr>
          <a:xfrm>
            <a:off x="3786440" y="3520439"/>
            <a:ext cx="3119120" cy="579120"/>
            <a:chOff x="3786440" y="3520439"/>
            <a:chExt cx="3119120" cy="579120"/>
          </a:xfrm>
        </p:grpSpPr>
        <p:sp>
          <p:nvSpPr>
            <p:cNvPr id="68" name="object 68"/>
            <p:cNvSpPr/>
            <p:nvPr/>
          </p:nvSpPr>
          <p:spPr>
            <a:xfrm>
              <a:off x="3796600" y="3530599"/>
              <a:ext cx="3098800" cy="558800"/>
            </a:xfrm>
            <a:custGeom>
              <a:avLst/>
              <a:gdLst/>
              <a:ahLst/>
              <a:cxnLst/>
              <a:rect l="l" t="t" r="r" b="b"/>
              <a:pathLst>
                <a:path w="3098800" h="558800">
                  <a:moveTo>
                    <a:pt x="1549400" y="0"/>
                  </a:moveTo>
                  <a:lnTo>
                    <a:pt x="1474330" y="322"/>
                  </a:lnTo>
                  <a:lnTo>
                    <a:pt x="1400182" y="1279"/>
                  </a:lnTo>
                  <a:lnTo>
                    <a:pt x="1327037" y="2855"/>
                  </a:lnTo>
                  <a:lnTo>
                    <a:pt x="1254977" y="5037"/>
                  </a:lnTo>
                  <a:lnTo>
                    <a:pt x="1184083" y="7810"/>
                  </a:lnTo>
                  <a:lnTo>
                    <a:pt x="1114435" y="11159"/>
                  </a:lnTo>
                  <a:lnTo>
                    <a:pt x="1046115" y="15070"/>
                  </a:lnTo>
                  <a:lnTo>
                    <a:pt x="979204" y="19527"/>
                  </a:lnTo>
                  <a:lnTo>
                    <a:pt x="913784" y="24516"/>
                  </a:lnTo>
                  <a:lnTo>
                    <a:pt x="849935" y="30023"/>
                  </a:lnTo>
                  <a:lnTo>
                    <a:pt x="787738" y="36033"/>
                  </a:lnTo>
                  <a:lnTo>
                    <a:pt x="727275" y="42531"/>
                  </a:lnTo>
                  <a:lnTo>
                    <a:pt x="668627" y="49503"/>
                  </a:lnTo>
                  <a:lnTo>
                    <a:pt x="611876" y="56934"/>
                  </a:lnTo>
                  <a:lnTo>
                    <a:pt x="557101" y="64809"/>
                  </a:lnTo>
                  <a:lnTo>
                    <a:pt x="504385" y="73114"/>
                  </a:lnTo>
                  <a:lnTo>
                    <a:pt x="453808" y="81834"/>
                  </a:lnTo>
                  <a:lnTo>
                    <a:pt x="405452" y="90954"/>
                  </a:lnTo>
                  <a:lnTo>
                    <a:pt x="359398" y="100460"/>
                  </a:lnTo>
                  <a:lnTo>
                    <a:pt x="315727" y="110338"/>
                  </a:lnTo>
                  <a:lnTo>
                    <a:pt x="274520" y="120572"/>
                  </a:lnTo>
                  <a:lnTo>
                    <a:pt x="235858" y="131147"/>
                  </a:lnTo>
                  <a:lnTo>
                    <a:pt x="166496" y="153266"/>
                  </a:lnTo>
                  <a:lnTo>
                    <a:pt x="108288" y="176577"/>
                  </a:lnTo>
                  <a:lnTo>
                    <a:pt x="61886" y="200963"/>
                  </a:lnTo>
                  <a:lnTo>
                    <a:pt x="27937" y="226307"/>
                  </a:lnTo>
                  <a:lnTo>
                    <a:pt x="1786" y="265862"/>
                  </a:lnTo>
                  <a:lnTo>
                    <a:pt x="0" y="279400"/>
                  </a:lnTo>
                  <a:lnTo>
                    <a:pt x="1786" y="292937"/>
                  </a:lnTo>
                  <a:lnTo>
                    <a:pt x="27937" y="332492"/>
                  </a:lnTo>
                  <a:lnTo>
                    <a:pt x="61886" y="357836"/>
                  </a:lnTo>
                  <a:lnTo>
                    <a:pt x="108288" y="382222"/>
                  </a:lnTo>
                  <a:lnTo>
                    <a:pt x="166496" y="405533"/>
                  </a:lnTo>
                  <a:lnTo>
                    <a:pt x="235858" y="427652"/>
                  </a:lnTo>
                  <a:lnTo>
                    <a:pt x="274520" y="438227"/>
                  </a:lnTo>
                  <a:lnTo>
                    <a:pt x="315727" y="448461"/>
                  </a:lnTo>
                  <a:lnTo>
                    <a:pt x="359398" y="458339"/>
                  </a:lnTo>
                  <a:lnTo>
                    <a:pt x="405452" y="467845"/>
                  </a:lnTo>
                  <a:lnTo>
                    <a:pt x="453808" y="476965"/>
                  </a:lnTo>
                  <a:lnTo>
                    <a:pt x="504385" y="485685"/>
                  </a:lnTo>
                  <a:lnTo>
                    <a:pt x="557101" y="493990"/>
                  </a:lnTo>
                  <a:lnTo>
                    <a:pt x="611876" y="501865"/>
                  </a:lnTo>
                  <a:lnTo>
                    <a:pt x="668627" y="509296"/>
                  </a:lnTo>
                  <a:lnTo>
                    <a:pt x="727275" y="516268"/>
                  </a:lnTo>
                  <a:lnTo>
                    <a:pt x="787738" y="522766"/>
                  </a:lnTo>
                  <a:lnTo>
                    <a:pt x="849935" y="528776"/>
                  </a:lnTo>
                  <a:lnTo>
                    <a:pt x="913784" y="534283"/>
                  </a:lnTo>
                  <a:lnTo>
                    <a:pt x="979204" y="539272"/>
                  </a:lnTo>
                  <a:lnTo>
                    <a:pt x="1046115" y="543729"/>
                  </a:lnTo>
                  <a:lnTo>
                    <a:pt x="1114435" y="547640"/>
                  </a:lnTo>
                  <a:lnTo>
                    <a:pt x="1184083" y="550989"/>
                  </a:lnTo>
                  <a:lnTo>
                    <a:pt x="1254977" y="553762"/>
                  </a:lnTo>
                  <a:lnTo>
                    <a:pt x="1327037" y="555944"/>
                  </a:lnTo>
                  <a:lnTo>
                    <a:pt x="1400182" y="557520"/>
                  </a:lnTo>
                  <a:lnTo>
                    <a:pt x="1474330" y="558477"/>
                  </a:lnTo>
                  <a:lnTo>
                    <a:pt x="1549400" y="558800"/>
                  </a:lnTo>
                  <a:lnTo>
                    <a:pt x="1624469" y="558477"/>
                  </a:lnTo>
                  <a:lnTo>
                    <a:pt x="1698617" y="557520"/>
                  </a:lnTo>
                  <a:lnTo>
                    <a:pt x="1771761" y="555944"/>
                  </a:lnTo>
                  <a:lnTo>
                    <a:pt x="1843821" y="553762"/>
                  </a:lnTo>
                  <a:lnTo>
                    <a:pt x="1914716" y="550989"/>
                  </a:lnTo>
                  <a:lnTo>
                    <a:pt x="1984364" y="547640"/>
                  </a:lnTo>
                  <a:lnTo>
                    <a:pt x="2052683" y="543729"/>
                  </a:lnTo>
                  <a:lnTo>
                    <a:pt x="2119594" y="539272"/>
                  </a:lnTo>
                  <a:lnTo>
                    <a:pt x="2185015" y="534283"/>
                  </a:lnTo>
                  <a:lnTo>
                    <a:pt x="2248864" y="528776"/>
                  </a:lnTo>
                  <a:lnTo>
                    <a:pt x="2311060" y="522766"/>
                  </a:lnTo>
                  <a:lnTo>
                    <a:pt x="2371523" y="516268"/>
                  </a:lnTo>
                  <a:lnTo>
                    <a:pt x="2430171" y="509296"/>
                  </a:lnTo>
                  <a:lnTo>
                    <a:pt x="2486923" y="501865"/>
                  </a:lnTo>
                  <a:lnTo>
                    <a:pt x="2541698" y="493990"/>
                  </a:lnTo>
                  <a:lnTo>
                    <a:pt x="2594414" y="485685"/>
                  </a:lnTo>
                  <a:lnTo>
                    <a:pt x="2644991" y="476965"/>
                  </a:lnTo>
                  <a:lnTo>
                    <a:pt x="2693347" y="467845"/>
                  </a:lnTo>
                  <a:lnTo>
                    <a:pt x="2739401" y="458339"/>
                  </a:lnTo>
                  <a:lnTo>
                    <a:pt x="2783072" y="448461"/>
                  </a:lnTo>
                  <a:lnTo>
                    <a:pt x="2824279" y="438227"/>
                  </a:lnTo>
                  <a:lnTo>
                    <a:pt x="2862941" y="427652"/>
                  </a:lnTo>
                  <a:lnTo>
                    <a:pt x="2932303" y="405533"/>
                  </a:lnTo>
                  <a:lnTo>
                    <a:pt x="2990510" y="382222"/>
                  </a:lnTo>
                  <a:lnTo>
                    <a:pt x="3036913" y="357836"/>
                  </a:lnTo>
                  <a:lnTo>
                    <a:pt x="3070861" y="332492"/>
                  </a:lnTo>
                  <a:lnTo>
                    <a:pt x="3097013" y="292937"/>
                  </a:lnTo>
                  <a:lnTo>
                    <a:pt x="3098799" y="279400"/>
                  </a:lnTo>
                  <a:lnTo>
                    <a:pt x="3097013" y="265862"/>
                  </a:lnTo>
                  <a:lnTo>
                    <a:pt x="3070861" y="226307"/>
                  </a:lnTo>
                  <a:lnTo>
                    <a:pt x="3036913" y="200963"/>
                  </a:lnTo>
                  <a:lnTo>
                    <a:pt x="2990510" y="176577"/>
                  </a:lnTo>
                  <a:lnTo>
                    <a:pt x="2932303" y="153266"/>
                  </a:lnTo>
                  <a:lnTo>
                    <a:pt x="2862941" y="131147"/>
                  </a:lnTo>
                  <a:lnTo>
                    <a:pt x="2824279" y="120572"/>
                  </a:lnTo>
                  <a:lnTo>
                    <a:pt x="2783072" y="110338"/>
                  </a:lnTo>
                  <a:lnTo>
                    <a:pt x="2739401" y="100460"/>
                  </a:lnTo>
                  <a:lnTo>
                    <a:pt x="2693347" y="90954"/>
                  </a:lnTo>
                  <a:lnTo>
                    <a:pt x="2644991" y="81834"/>
                  </a:lnTo>
                  <a:lnTo>
                    <a:pt x="2594414" y="73114"/>
                  </a:lnTo>
                  <a:lnTo>
                    <a:pt x="2541698" y="64809"/>
                  </a:lnTo>
                  <a:lnTo>
                    <a:pt x="2486923" y="56934"/>
                  </a:lnTo>
                  <a:lnTo>
                    <a:pt x="2430171" y="49503"/>
                  </a:lnTo>
                  <a:lnTo>
                    <a:pt x="2371523" y="42531"/>
                  </a:lnTo>
                  <a:lnTo>
                    <a:pt x="2311060" y="36033"/>
                  </a:lnTo>
                  <a:lnTo>
                    <a:pt x="2248864" y="30023"/>
                  </a:lnTo>
                  <a:lnTo>
                    <a:pt x="2185015" y="24516"/>
                  </a:lnTo>
                  <a:lnTo>
                    <a:pt x="2119594" y="19527"/>
                  </a:lnTo>
                  <a:lnTo>
                    <a:pt x="2052683" y="15070"/>
                  </a:lnTo>
                  <a:lnTo>
                    <a:pt x="1984364" y="11159"/>
                  </a:lnTo>
                  <a:lnTo>
                    <a:pt x="1914716" y="7810"/>
                  </a:lnTo>
                  <a:lnTo>
                    <a:pt x="1843821" y="5037"/>
                  </a:lnTo>
                  <a:lnTo>
                    <a:pt x="1771761" y="2855"/>
                  </a:lnTo>
                  <a:lnTo>
                    <a:pt x="1698617" y="1279"/>
                  </a:lnTo>
                  <a:lnTo>
                    <a:pt x="1624469" y="322"/>
                  </a:lnTo>
                  <a:lnTo>
                    <a:pt x="154940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9" name="object 69"/>
            <p:cNvSpPr/>
            <p:nvPr/>
          </p:nvSpPr>
          <p:spPr>
            <a:xfrm>
              <a:off x="3796600" y="3530599"/>
              <a:ext cx="3098800" cy="558800"/>
            </a:xfrm>
            <a:custGeom>
              <a:avLst/>
              <a:gdLst/>
              <a:ahLst/>
              <a:cxnLst/>
              <a:rect l="l" t="t" r="r" b="b"/>
              <a:pathLst>
                <a:path w="3098800" h="558800">
                  <a:moveTo>
                    <a:pt x="3098799" y="279400"/>
                  </a:moveTo>
                  <a:lnTo>
                    <a:pt x="3082963" y="239301"/>
                  </a:lnTo>
                  <a:lnTo>
                    <a:pt x="3036913" y="200963"/>
                  </a:lnTo>
                  <a:lnTo>
                    <a:pt x="2990510" y="176577"/>
                  </a:lnTo>
                  <a:lnTo>
                    <a:pt x="2932303" y="153266"/>
                  </a:lnTo>
                  <a:lnTo>
                    <a:pt x="2862941" y="131147"/>
                  </a:lnTo>
                  <a:lnTo>
                    <a:pt x="2824279" y="120572"/>
                  </a:lnTo>
                  <a:lnTo>
                    <a:pt x="2783072" y="110338"/>
                  </a:lnTo>
                  <a:lnTo>
                    <a:pt x="2739401" y="100460"/>
                  </a:lnTo>
                  <a:lnTo>
                    <a:pt x="2693347" y="90954"/>
                  </a:lnTo>
                  <a:lnTo>
                    <a:pt x="2644991" y="81834"/>
                  </a:lnTo>
                  <a:lnTo>
                    <a:pt x="2594414" y="73114"/>
                  </a:lnTo>
                  <a:lnTo>
                    <a:pt x="2541698" y="64809"/>
                  </a:lnTo>
                  <a:lnTo>
                    <a:pt x="2486923" y="56934"/>
                  </a:lnTo>
                  <a:lnTo>
                    <a:pt x="2430171" y="49503"/>
                  </a:lnTo>
                  <a:lnTo>
                    <a:pt x="2371523" y="42531"/>
                  </a:lnTo>
                  <a:lnTo>
                    <a:pt x="2311060" y="36033"/>
                  </a:lnTo>
                  <a:lnTo>
                    <a:pt x="2248864" y="30023"/>
                  </a:lnTo>
                  <a:lnTo>
                    <a:pt x="2185015" y="24516"/>
                  </a:lnTo>
                  <a:lnTo>
                    <a:pt x="2119594" y="19527"/>
                  </a:lnTo>
                  <a:lnTo>
                    <a:pt x="2052683" y="15070"/>
                  </a:lnTo>
                  <a:lnTo>
                    <a:pt x="1984364" y="11159"/>
                  </a:lnTo>
                  <a:lnTo>
                    <a:pt x="1914716" y="7810"/>
                  </a:lnTo>
                  <a:lnTo>
                    <a:pt x="1843821" y="5037"/>
                  </a:lnTo>
                  <a:lnTo>
                    <a:pt x="1771761" y="2855"/>
                  </a:lnTo>
                  <a:lnTo>
                    <a:pt x="1698617" y="1279"/>
                  </a:lnTo>
                  <a:lnTo>
                    <a:pt x="1624469" y="322"/>
                  </a:lnTo>
                  <a:lnTo>
                    <a:pt x="1549400" y="0"/>
                  </a:lnTo>
                  <a:lnTo>
                    <a:pt x="1474330" y="322"/>
                  </a:lnTo>
                  <a:lnTo>
                    <a:pt x="1400182" y="1279"/>
                  </a:lnTo>
                  <a:lnTo>
                    <a:pt x="1327037" y="2855"/>
                  </a:lnTo>
                  <a:lnTo>
                    <a:pt x="1254977" y="5037"/>
                  </a:lnTo>
                  <a:lnTo>
                    <a:pt x="1184083" y="7810"/>
                  </a:lnTo>
                  <a:lnTo>
                    <a:pt x="1114435" y="11159"/>
                  </a:lnTo>
                  <a:lnTo>
                    <a:pt x="1046115" y="15070"/>
                  </a:lnTo>
                  <a:lnTo>
                    <a:pt x="979204" y="19527"/>
                  </a:lnTo>
                  <a:lnTo>
                    <a:pt x="913784" y="24516"/>
                  </a:lnTo>
                  <a:lnTo>
                    <a:pt x="849935" y="30023"/>
                  </a:lnTo>
                  <a:lnTo>
                    <a:pt x="787738" y="36033"/>
                  </a:lnTo>
                  <a:lnTo>
                    <a:pt x="727275" y="42531"/>
                  </a:lnTo>
                  <a:lnTo>
                    <a:pt x="668627" y="49503"/>
                  </a:lnTo>
                  <a:lnTo>
                    <a:pt x="611876" y="56934"/>
                  </a:lnTo>
                  <a:lnTo>
                    <a:pt x="557101" y="64809"/>
                  </a:lnTo>
                  <a:lnTo>
                    <a:pt x="504385" y="73114"/>
                  </a:lnTo>
                  <a:lnTo>
                    <a:pt x="453808" y="81834"/>
                  </a:lnTo>
                  <a:lnTo>
                    <a:pt x="405452" y="90954"/>
                  </a:lnTo>
                  <a:lnTo>
                    <a:pt x="359398" y="100460"/>
                  </a:lnTo>
                  <a:lnTo>
                    <a:pt x="315727" y="110338"/>
                  </a:lnTo>
                  <a:lnTo>
                    <a:pt x="274520" y="120572"/>
                  </a:lnTo>
                  <a:lnTo>
                    <a:pt x="235858" y="131147"/>
                  </a:lnTo>
                  <a:lnTo>
                    <a:pt x="166496" y="153266"/>
                  </a:lnTo>
                  <a:lnTo>
                    <a:pt x="108288" y="176577"/>
                  </a:lnTo>
                  <a:lnTo>
                    <a:pt x="61886" y="200963"/>
                  </a:lnTo>
                  <a:lnTo>
                    <a:pt x="27937" y="226307"/>
                  </a:lnTo>
                  <a:lnTo>
                    <a:pt x="1786" y="265862"/>
                  </a:lnTo>
                  <a:lnTo>
                    <a:pt x="0" y="279400"/>
                  </a:lnTo>
                  <a:lnTo>
                    <a:pt x="1786" y="292937"/>
                  </a:lnTo>
                  <a:lnTo>
                    <a:pt x="27937" y="332492"/>
                  </a:lnTo>
                  <a:lnTo>
                    <a:pt x="61886" y="357836"/>
                  </a:lnTo>
                  <a:lnTo>
                    <a:pt x="108288" y="382222"/>
                  </a:lnTo>
                  <a:lnTo>
                    <a:pt x="166496" y="405533"/>
                  </a:lnTo>
                  <a:lnTo>
                    <a:pt x="235858" y="427652"/>
                  </a:lnTo>
                  <a:lnTo>
                    <a:pt x="274520" y="438227"/>
                  </a:lnTo>
                  <a:lnTo>
                    <a:pt x="315727" y="448461"/>
                  </a:lnTo>
                  <a:lnTo>
                    <a:pt x="359398" y="458339"/>
                  </a:lnTo>
                  <a:lnTo>
                    <a:pt x="405452" y="467845"/>
                  </a:lnTo>
                  <a:lnTo>
                    <a:pt x="453808" y="476965"/>
                  </a:lnTo>
                  <a:lnTo>
                    <a:pt x="504385" y="485685"/>
                  </a:lnTo>
                  <a:lnTo>
                    <a:pt x="557101" y="493990"/>
                  </a:lnTo>
                  <a:lnTo>
                    <a:pt x="611876" y="501865"/>
                  </a:lnTo>
                  <a:lnTo>
                    <a:pt x="668627" y="509296"/>
                  </a:lnTo>
                  <a:lnTo>
                    <a:pt x="727275" y="516268"/>
                  </a:lnTo>
                  <a:lnTo>
                    <a:pt x="787738" y="522766"/>
                  </a:lnTo>
                  <a:lnTo>
                    <a:pt x="849935" y="528776"/>
                  </a:lnTo>
                  <a:lnTo>
                    <a:pt x="913784" y="534283"/>
                  </a:lnTo>
                  <a:lnTo>
                    <a:pt x="979204" y="539272"/>
                  </a:lnTo>
                  <a:lnTo>
                    <a:pt x="1046115" y="543729"/>
                  </a:lnTo>
                  <a:lnTo>
                    <a:pt x="1114435" y="547640"/>
                  </a:lnTo>
                  <a:lnTo>
                    <a:pt x="1184083" y="550989"/>
                  </a:lnTo>
                  <a:lnTo>
                    <a:pt x="1254977" y="553762"/>
                  </a:lnTo>
                  <a:lnTo>
                    <a:pt x="1327037" y="555944"/>
                  </a:lnTo>
                  <a:lnTo>
                    <a:pt x="1400182" y="557520"/>
                  </a:lnTo>
                  <a:lnTo>
                    <a:pt x="1474330" y="558477"/>
                  </a:lnTo>
                  <a:lnTo>
                    <a:pt x="1549400" y="558800"/>
                  </a:lnTo>
                  <a:lnTo>
                    <a:pt x="1624469" y="558477"/>
                  </a:lnTo>
                  <a:lnTo>
                    <a:pt x="1698617" y="557520"/>
                  </a:lnTo>
                  <a:lnTo>
                    <a:pt x="1771761" y="555944"/>
                  </a:lnTo>
                  <a:lnTo>
                    <a:pt x="1843821" y="553762"/>
                  </a:lnTo>
                  <a:lnTo>
                    <a:pt x="1914716" y="550989"/>
                  </a:lnTo>
                  <a:lnTo>
                    <a:pt x="1984364" y="547640"/>
                  </a:lnTo>
                  <a:lnTo>
                    <a:pt x="2052683" y="543729"/>
                  </a:lnTo>
                  <a:lnTo>
                    <a:pt x="2119594" y="539272"/>
                  </a:lnTo>
                  <a:lnTo>
                    <a:pt x="2185015" y="534283"/>
                  </a:lnTo>
                  <a:lnTo>
                    <a:pt x="2248864" y="528776"/>
                  </a:lnTo>
                  <a:lnTo>
                    <a:pt x="2311060" y="522766"/>
                  </a:lnTo>
                  <a:lnTo>
                    <a:pt x="2371523" y="516268"/>
                  </a:lnTo>
                  <a:lnTo>
                    <a:pt x="2430171" y="509296"/>
                  </a:lnTo>
                  <a:lnTo>
                    <a:pt x="2486923" y="501865"/>
                  </a:lnTo>
                  <a:lnTo>
                    <a:pt x="2541698" y="493990"/>
                  </a:lnTo>
                  <a:lnTo>
                    <a:pt x="2594414" y="485685"/>
                  </a:lnTo>
                  <a:lnTo>
                    <a:pt x="2644991" y="476965"/>
                  </a:lnTo>
                  <a:lnTo>
                    <a:pt x="2693347" y="467845"/>
                  </a:lnTo>
                  <a:lnTo>
                    <a:pt x="2739401" y="458339"/>
                  </a:lnTo>
                  <a:lnTo>
                    <a:pt x="2783072" y="448461"/>
                  </a:lnTo>
                  <a:lnTo>
                    <a:pt x="2824279" y="438227"/>
                  </a:lnTo>
                  <a:lnTo>
                    <a:pt x="2862941" y="427652"/>
                  </a:lnTo>
                  <a:lnTo>
                    <a:pt x="2932303" y="405533"/>
                  </a:lnTo>
                  <a:lnTo>
                    <a:pt x="2990510" y="382222"/>
                  </a:lnTo>
                  <a:lnTo>
                    <a:pt x="3036913" y="357836"/>
                  </a:lnTo>
                  <a:lnTo>
                    <a:pt x="3070861" y="332492"/>
                  </a:lnTo>
                  <a:lnTo>
                    <a:pt x="3097013" y="292937"/>
                  </a:lnTo>
                  <a:lnTo>
                    <a:pt x="3098799" y="279400"/>
                  </a:lnTo>
                </a:path>
              </a:pathLst>
            </a:custGeom>
            <a:ln w="20320">
              <a:solidFill>
                <a:srgbClr val="0A7285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0" name="object 70"/>
          <p:cNvSpPr txBox="1"/>
          <p:nvPr/>
        </p:nvSpPr>
        <p:spPr>
          <a:xfrm>
            <a:off x="4829335" y="3613149"/>
            <a:ext cx="1033780" cy="3835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algn="ctr">
              <a:lnSpc>
                <a:spcPts val="800"/>
              </a:lnSpc>
              <a:spcBef>
                <a:spcPts val="100"/>
              </a:spcBef>
            </a:pPr>
            <a:r>
              <a:rPr sz="750" b="1" spc="-10" dirty="0">
                <a:solidFill>
                  <a:srgbClr val="0A7285"/>
                </a:solidFill>
                <a:latin typeface="Arial"/>
                <a:cs typeface="Arial"/>
              </a:rPr>
              <a:t>03.04</a:t>
            </a:r>
            <a:endParaRPr sz="750">
              <a:latin typeface="Arial"/>
              <a:cs typeface="Arial"/>
            </a:endParaRPr>
          </a:p>
          <a:p>
            <a:pPr algn="ctr">
              <a:lnSpc>
                <a:spcPts val="919"/>
              </a:lnSpc>
            </a:pPr>
            <a:r>
              <a:rPr sz="850" dirty="0">
                <a:solidFill>
                  <a:srgbClr val="1A1A2D"/>
                </a:solidFill>
                <a:latin typeface="Arial MT"/>
                <a:cs typeface="Arial MT"/>
              </a:rPr>
              <a:t>Inventory</a:t>
            </a:r>
            <a:r>
              <a:rPr sz="850" spc="-30" dirty="0">
                <a:solidFill>
                  <a:srgbClr val="1A1A2D"/>
                </a:solidFill>
                <a:latin typeface="Arial MT"/>
                <a:cs typeface="Arial MT"/>
              </a:rPr>
              <a:t> </a:t>
            </a:r>
            <a:r>
              <a:rPr sz="850" spc="-10" dirty="0">
                <a:solidFill>
                  <a:srgbClr val="1A1A2D"/>
                </a:solidFill>
                <a:latin typeface="Arial MT"/>
                <a:cs typeface="Arial MT"/>
              </a:rPr>
              <a:t>Thresholds</a:t>
            </a:r>
            <a:endParaRPr sz="850">
              <a:latin typeface="Arial MT"/>
              <a:cs typeface="Arial MT"/>
            </a:endParaRPr>
          </a:p>
          <a:p>
            <a:pPr algn="ctr">
              <a:lnSpc>
                <a:spcPct val="100000"/>
              </a:lnSpc>
              <a:spcBef>
                <a:spcPts val="80"/>
              </a:spcBef>
            </a:pPr>
            <a:r>
              <a:rPr sz="850" dirty="0">
                <a:solidFill>
                  <a:srgbClr val="1A1A2D"/>
                </a:solidFill>
                <a:latin typeface="Arial MT"/>
                <a:cs typeface="Arial MT"/>
              </a:rPr>
              <a:t>&amp; </a:t>
            </a:r>
            <a:r>
              <a:rPr sz="850" spc="-10" dirty="0">
                <a:solidFill>
                  <a:srgbClr val="1A1A2D"/>
                </a:solidFill>
                <a:latin typeface="Arial MT"/>
                <a:cs typeface="Arial MT"/>
              </a:rPr>
              <a:t>Alerts</a:t>
            </a:r>
            <a:endParaRPr sz="850">
              <a:latin typeface="Arial MT"/>
              <a:cs typeface="Arial MT"/>
            </a:endParaRPr>
          </a:p>
        </p:txBody>
      </p:sp>
      <p:grpSp>
        <p:nvGrpSpPr>
          <p:cNvPr id="71" name="object 71"/>
          <p:cNvGrpSpPr/>
          <p:nvPr/>
        </p:nvGrpSpPr>
        <p:grpSpPr>
          <a:xfrm>
            <a:off x="3786440" y="4282439"/>
            <a:ext cx="3119120" cy="579120"/>
            <a:chOff x="3786440" y="4282439"/>
            <a:chExt cx="3119120" cy="579120"/>
          </a:xfrm>
        </p:grpSpPr>
        <p:sp>
          <p:nvSpPr>
            <p:cNvPr id="72" name="object 72"/>
            <p:cNvSpPr/>
            <p:nvPr/>
          </p:nvSpPr>
          <p:spPr>
            <a:xfrm>
              <a:off x="3796600" y="4292599"/>
              <a:ext cx="3098800" cy="558800"/>
            </a:xfrm>
            <a:custGeom>
              <a:avLst/>
              <a:gdLst/>
              <a:ahLst/>
              <a:cxnLst/>
              <a:rect l="l" t="t" r="r" b="b"/>
              <a:pathLst>
                <a:path w="3098800" h="558800">
                  <a:moveTo>
                    <a:pt x="1549400" y="0"/>
                  </a:moveTo>
                  <a:lnTo>
                    <a:pt x="1474330" y="322"/>
                  </a:lnTo>
                  <a:lnTo>
                    <a:pt x="1400182" y="1279"/>
                  </a:lnTo>
                  <a:lnTo>
                    <a:pt x="1327037" y="2855"/>
                  </a:lnTo>
                  <a:lnTo>
                    <a:pt x="1254977" y="5037"/>
                  </a:lnTo>
                  <a:lnTo>
                    <a:pt x="1184083" y="7810"/>
                  </a:lnTo>
                  <a:lnTo>
                    <a:pt x="1114435" y="11159"/>
                  </a:lnTo>
                  <a:lnTo>
                    <a:pt x="1046115" y="15070"/>
                  </a:lnTo>
                  <a:lnTo>
                    <a:pt x="979204" y="19527"/>
                  </a:lnTo>
                  <a:lnTo>
                    <a:pt x="913784" y="24516"/>
                  </a:lnTo>
                  <a:lnTo>
                    <a:pt x="849935" y="30023"/>
                  </a:lnTo>
                  <a:lnTo>
                    <a:pt x="787738" y="36033"/>
                  </a:lnTo>
                  <a:lnTo>
                    <a:pt x="727275" y="42531"/>
                  </a:lnTo>
                  <a:lnTo>
                    <a:pt x="668627" y="49503"/>
                  </a:lnTo>
                  <a:lnTo>
                    <a:pt x="611876" y="56934"/>
                  </a:lnTo>
                  <a:lnTo>
                    <a:pt x="557101" y="64809"/>
                  </a:lnTo>
                  <a:lnTo>
                    <a:pt x="504385" y="73114"/>
                  </a:lnTo>
                  <a:lnTo>
                    <a:pt x="453808" y="81834"/>
                  </a:lnTo>
                  <a:lnTo>
                    <a:pt x="405452" y="90954"/>
                  </a:lnTo>
                  <a:lnTo>
                    <a:pt x="359398" y="100460"/>
                  </a:lnTo>
                  <a:lnTo>
                    <a:pt x="315727" y="110338"/>
                  </a:lnTo>
                  <a:lnTo>
                    <a:pt x="274520" y="120572"/>
                  </a:lnTo>
                  <a:lnTo>
                    <a:pt x="235858" y="131147"/>
                  </a:lnTo>
                  <a:lnTo>
                    <a:pt x="166496" y="153266"/>
                  </a:lnTo>
                  <a:lnTo>
                    <a:pt x="108288" y="176577"/>
                  </a:lnTo>
                  <a:lnTo>
                    <a:pt x="61886" y="200963"/>
                  </a:lnTo>
                  <a:lnTo>
                    <a:pt x="27937" y="226307"/>
                  </a:lnTo>
                  <a:lnTo>
                    <a:pt x="1786" y="265862"/>
                  </a:lnTo>
                  <a:lnTo>
                    <a:pt x="0" y="279400"/>
                  </a:lnTo>
                  <a:lnTo>
                    <a:pt x="1786" y="292937"/>
                  </a:lnTo>
                  <a:lnTo>
                    <a:pt x="27937" y="332492"/>
                  </a:lnTo>
                  <a:lnTo>
                    <a:pt x="61886" y="357836"/>
                  </a:lnTo>
                  <a:lnTo>
                    <a:pt x="108288" y="382222"/>
                  </a:lnTo>
                  <a:lnTo>
                    <a:pt x="166496" y="405533"/>
                  </a:lnTo>
                  <a:lnTo>
                    <a:pt x="235858" y="427652"/>
                  </a:lnTo>
                  <a:lnTo>
                    <a:pt x="274520" y="438227"/>
                  </a:lnTo>
                  <a:lnTo>
                    <a:pt x="315727" y="448461"/>
                  </a:lnTo>
                  <a:lnTo>
                    <a:pt x="359398" y="458339"/>
                  </a:lnTo>
                  <a:lnTo>
                    <a:pt x="405452" y="467845"/>
                  </a:lnTo>
                  <a:lnTo>
                    <a:pt x="453808" y="476965"/>
                  </a:lnTo>
                  <a:lnTo>
                    <a:pt x="504385" y="485685"/>
                  </a:lnTo>
                  <a:lnTo>
                    <a:pt x="557101" y="493990"/>
                  </a:lnTo>
                  <a:lnTo>
                    <a:pt x="611876" y="501865"/>
                  </a:lnTo>
                  <a:lnTo>
                    <a:pt x="668627" y="509296"/>
                  </a:lnTo>
                  <a:lnTo>
                    <a:pt x="727275" y="516268"/>
                  </a:lnTo>
                  <a:lnTo>
                    <a:pt x="787738" y="522766"/>
                  </a:lnTo>
                  <a:lnTo>
                    <a:pt x="849935" y="528776"/>
                  </a:lnTo>
                  <a:lnTo>
                    <a:pt x="913784" y="534283"/>
                  </a:lnTo>
                  <a:lnTo>
                    <a:pt x="979204" y="539272"/>
                  </a:lnTo>
                  <a:lnTo>
                    <a:pt x="1046115" y="543729"/>
                  </a:lnTo>
                  <a:lnTo>
                    <a:pt x="1114435" y="547640"/>
                  </a:lnTo>
                  <a:lnTo>
                    <a:pt x="1184083" y="550989"/>
                  </a:lnTo>
                  <a:lnTo>
                    <a:pt x="1254977" y="553762"/>
                  </a:lnTo>
                  <a:lnTo>
                    <a:pt x="1327037" y="555944"/>
                  </a:lnTo>
                  <a:lnTo>
                    <a:pt x="1400182" y="557520"/>
                  </a:lnTo>
                  <a:lnTo>
                    <a:pt x="1474330" y="558477"/>
                  </a:lnTo>
                  <a:lnTo>
                    <a:pt x="1549400" y="558800"/>
                  </a:lnTo>
                  <a:lnTo>
                    <a:pt x="1624469" y="558477"/>
                  </a:lnTo>
                  <a:lnTo>
                    <a:pt x="1698617" y="557520"/>
                  </a:lnTo>
                  <a:lnTo>
                    <a:pt x="1771761" y="555944"/>
                  </a:lnTo>
                  <a:lnTo>
                    <a:pt x="1843821" y="553762"/>
                  </a:lnTo>
                  <a:lnTo>
                    <a:pt x="1914716" y="550989"/>
                  </a:lnTo>
                  <a:lnTo>
                    <a:pt x="1984364" y="547640"/>
                  </a:lnTo>
                  <a:lnTo>
                    <a:pt x="2052683" y="543729"/>
                  </a:lnTo>
                  <a:lnTo>
                    <a:pt x="2119594" y="539272"/>
                  </a:lnTo>
                  <a:lnTo>
                    <a:pt x="2185015" y="534283"/>
                  </a:lnTo>
                  <a:lnTo>
                    <a:pt x="2248864" y="528776"/>
                  </a:lnTo>
                  <a:lnTo>
                    <a:pt x="2311060" y="522766"/>
                  </a:lnTo>
                  <a:lnTo>
                    <a:pt x="2371523" y="516268"/>
                  </a:lnTo>
                  <a:lnTo>
                    <a:pt x="2430171" y="509296"/>
                  </a:lnTo>
                  <a:lnTo>
                    <a:pt x="2486923" y="501865"/>
                  </a:lnTo>
                  <a:lnTo>
                    <a:pt x="2541698" y="493990"/>
                  </a:lnTo>
                  <a:lnTo>
                    <a:pt x="2594414" y="485685"/>
                  </a:lnTo>
                  <a:lnTo>
                    <a:pt x="2644991" y="476965"/>
                  </a:lnTo>
                  <a:lnTo>
                    <a:pt x="2693347" y="467845"/>
                  </a:lnTo>
                  <a:lnTo>
                    <a:pt x="2739401" y="458339"/>
                  </a:lnTo>
                  <a:lnTo>
                    <a:pt x="2783072" y="448461"/>
                  </a:lnTo>
                  <a:lnTo>
                    <a:pt x="2824279" y="438227"/>
                  </a:lnTo>
                  <a:lnTo>
                    <a:pt x="2862941" y="427652"/>
                  </a:lnTo>
                  <a:lnTo>
                    <a:pt x="2932303" y="405533"/>
                  </a:lnTo>
                  <a:lnTo>
                    <a:pt x="2990510" y="382222"/>
                  </a:lnTo>
                  <a:lnTo>
                    <a:pt x="3036913" y="357836"/>
                  </a:lnTo>
                  <a:lnTo>
                    <a:pt x="3070861" y="332492"/>
                  </a:lnTo>
                  <a:lnTo>
                    <a:pt x="3097013" y="292937"/>
                  </a:lnTo>
                  <a:lnTo>
                    <a:pt x="3098799" y="279400"/>
                  </a:lnTo>
                  <a:lnTo>
                    <a:pt x="3097013" y="265862"/>
                  </a:lnTo>
                  <a:lnTo>
                    <a:pt x="3070861" y="226307"/>
                  </a:lnTo>
                  <a:lnTo>
                    <a:pt x="3036913" y="200963"/>
                  </a:lnTo>
                  <a:lnTo>
                    <a:pt x="2990510" y="176577"/>
                  </a:lnTo>
                  <a:lnTo>
                    <a:pt x="2932303" y="153266"/>
                  </a:lnTo>
                  <a:lnTo>
                    <a:pt x="2862941" y="131147"/>
                  </a:lnTo>
                  <a:lnTo>
                    <a:pt x="2824279" y="120572"/>
                  </a:lnTo>
                  <a:lnTo>
                    <a:pt x="2783072" y="110338"/>
                  </a:lnTo>
                  <a:lnTo>
                    <a:pt x="2739401" y="100460"/>
                  </a:lnTo>
                  <a:lnTo>
                    <a:pt x="2693347" y="90954"/>
                  </a:lnTo>
                  <a:lnTo>
                    <a:pt x="2644991" y="81834"/>
                  </a:lnTo>
                  <a:lnTo>
                    <a:pt x="2594414" y="73114"/>
                  </a:lnTo>
                  <a:lnTo>
                    <a:pt x="2541698" y="64809"/>
                  </a:lnTo>
                  <a:lnTo>
                    <a:pt x="2486923" y="56934"/>
                  </a:lnTo>
                  <a:lnTo>
                    <a:pt x="2430171" y="49503"/>
                  </a:lnTo>
                  <a:lnTo>
                    <a:pt x="2371523" y="42531"/>
                  </a:lnTo>
                  <a:lnTo>
                    <a:pt x="2311060" y="36033"/>
                  </a:lnTo>
                  <a:lnTo>
                    <a:pt x="2248864" y="30023"/>
                  </a:lnTo>
                  <a:lnTo>
                    <a:pt x="2185015" y="24516"/>
                  </a:lnTo>
                  <a:lnTo>
                    <a:pt x="2119594" y="19527"/>
                  </a:lnTo>
                  <a:lnTo>
                    <a:pt x="2052683" y="15070"/>
                  </a:lnTo>
                  <a:lnTo>
                    <a:pt x="1984364" y="11159"/>
                  </a:lnTo>
                  <a:lnTo>
                    <a:pt x="1914716" y="7810"/>
                  </a:lnTo>
                  <a:lnTo>
                    <a:pt x="1843821" y="5037"/>
                  </a:lnTo>
                  <a:lnTo>
                    <a:pt x="1771761" y="2855"/>
                  </a:lnTo>
                  <a:lnTo>
                    <a:pt x="1698617" y="1279"/>
                  </a:lnTo>
                  <a:lnTo>
                    <a:pt x="1624469" y="322"/>
                  </a:lnTo>
                  <a:lnTo>
                    <a:pt x="154940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3" name="object 73"/>
            <p:cNvSpPr/>
            <p:nvPr/>
          </p:nvSpPr>
          <p:spPr>
            <a:xfrm>
              <a:off x="3796600" y="4292599"/>
              <a:ext cx="3098800" cy="558800"/>
            </a:xfrm>
            <a:custGeom>
              <a:avLst/>
              <a:gdLst/>
              <a:ahLst/>
              <a:cxnLst/>
              <a:rect l="l" t="t" r="r" b="b"/>
              <a:pathLst>
                <a:path w="3098800" h="558800">
                  <a:moveTo>
                    <a:pt x="3098799" y="279400"/>
                  </a:moveTo>
                  <a:lnTo>
                    <a:pt x="3082963" y="239301"/>
                  </a:lnTo>
                  <a:lnTo>
                    <a:pt x="3036913" y="200963"/>
                  </a:lnTo>
                  <a:lnTo>
                    <a:pt x="2990510" y="176577"/>
                  </a:lnTo>
                  <a:lnTo>
                    <a:pt x="2932303" y="153266"/>
                  </a:lnTo>
                  <a:lnTo>
                    <a:pt x="2862941" y="131147"/>
                  </a:lnTo>
                  <a:lnTo>
                    <a:pt x="2824279" y="120572"/>
                  </a:lnTo>
                  <a:lnTo>
                    <a:pt x="2783072" y="110338"/>
                  </a:lnTo>
                  <a:lnTo>
                    <a:pt x="2739401" y="100460"/>
                  </a:lnTo>
                  <a:lnTo>
                    <a:pt x="2693347" y="90954"/>
                  </a:lnTo>
                  <a:lnTo>
                    <a:pt x="2644991" y="81834"/>
                  </a:lnTo>
                  <a:lnTo>
                    <a:pt x="2594414" y="73114"/>
                  </a:lnTo>
                  <a:lnTo>
                    <a:pt x="2541698" y="64809"/>
                  </a:lnTo>
                  <a:lnTo>
                    <a:pt x="2486923" y="56934"/>
                  </a:lnTo>
                  <a:lnTo>
                    <a:pt x="2430171" y="49503"/>
                  </a:lnTo>
                  <a:lnTo>
                    <a:pt x="2371523" y="42531"/>
                  </a:lnTo>
                  <a:lnTo>
                    <a:pt x="2311060" y="36033"/>
                  </a:lnTo>
                  <a:lnTo>
                    <a:pt x="2248864" y="30023"/>
                  </a:lnTo>
                  <a:lnTo>
                    <a:pt x="2185015" y="24516"/>
                  </a:lnTo>
                  <a:lnTo>
                    <a:pt x="2119594" y="19527"/>
                  </a:lnTo>
                  <a:lnTo>
                    <a:pt x="2052683" y="15070"/>
                  </a:lnTo>
                  <a:lnTo>
                    <a:pt x="1984364" y="11159"/>
                  </a:lnTo>
                  <a:lnTo>
                    <a:pt x="1914716" y="7810"/>
                  </a:lnTo>
                  <a:lnTo>
                    <a:pt x="1843821" y="5037"/>
                  </a:lnTo>
                  <a:lnTo>
                    <a:pt x="1771761" y="2855"/>
                  </a:lnTo>
                  <a:lnTo>
                    <a:pt x="1698617" y="1279"/>
                  </a:lnTo>
                  <a:lnTo>
                    <a:pt x="1624469" y="322"/>
                  </a:lnTo>
                  <a:lnTo>
                    <a:pt x="1549400" y="0"/>
                  </a:lnTo>
                  <a:lnTo>
                    <a:pt x="1474330" y="322"/>
                  </a:lnTo>
                  <a:lnTo>
                    <a:pt x="1400182" y="1279"/>
                  </a:lnTo>
                  <a:lnTo>
                    <a:pt x="1327037" y="2855"/>
                  </a:lnTo>
                  <a:lnTo>
                    <a:pt x="1254977" y="5037"/>
                  </a:lnTo>
                  <a:lnTo>
                    <a:pt x="1184083" y="7810"/>
                  </a:lnTo>
                  <a:lnTo>
                    <a:pt x="1114435" y="11159"/>
                  </a:lnTo>
                  <a:lnTo>
                    <a:pt x="1046115" y="15070"/>
                  </a:lnTo>
                  <a:lnTo>
                    <a:pt x="979204" y="19527"/>
                  </a:lnTo>
                  <a:lnTo>
                    <a:pt x="913784" y="24516"/>
                  </a:lnTo>
                  <a:lnTo>
                    <a:pt x="849935" y="30023"/>
                  </a:lnTo>
                  <a:lnTo>
                    <a:pt x="787738" y="36033"/>
                  </a:lnTo>
                  <a:lnTo>
                    <a:pt x="727275" y="42531"/>
                  </a:lnTo>
                  <a:lnTo>
                    <a:pt x="668627" y="49503"/>
                  </a:lnTo>
                  <a:lnTo>
                    <a:pt x="611876" y="56934"/>
                  </a:lnTo>
                  <a:lnTo>
                    <a:pt x="557101" y="64809"/>
                  </a:lnTo>
                  <a:lnTo>
                    <a:pt x="504385" y="73114"/>
                  </a:lnTo>
                  <a:lnTo>
                    <a:pt x="453808" y="81834"/>
                  </a:lnTo>
                  <a:lnTo>
                    <a:pt x="405452" y="90954"/>
                  </a:lnTo>
                  <a:lnTo>
                    <a:pt x="359398" y="100460"/>
                  </a:lnTo>
                  <a:lnTo>
                    <a:pt x="315727" y="110338"/>
                  </a:lnTo>
                  <a:lnTo>
                    <a:pt x="274520" y="120572"/>
                  </a:lnTo>
                  <a:lnTo>
                    <a:pt x="235858" y="131147"/>
                  </a:lnTo>
                  <a:lnTo>
                    <a:pt x="166496" y="153266"/>
                  </a:lnTo>
                  <a:lnTo>
                    <a:pt x="108288" y="176577"/>
                  </a:lnTo>
                  <a:lnTo>
                    <a:pt x="61886" y="200963"/>
                  </a:lnTo>
                  <a:lnTo>
                    <a:pt x="27937" y="226307"/>
                  </a:lnTo>
                  <a:lnTo>
                    <a:pt x="1786" y="265862"/>
                  </a:lnTo>
                  <a:lnTo>
                    <a:pt x="0" y="279400"/>
                  </a:lnTo>
                  <a:lnTo>
                    <a:pt x="1786" y="292937"/>
                  </a:lnTo>
                  <a:lnTo>
                    <a:pt x="27937" y="332492"/>
                  </a:lnTo>
                  <a:lnTo>
                    <a:pt x="61886" y="357836"/>
                  </a:lnTo>
                  <a:lnTo>
                    <a:pt x="108288" y="382222"/>
                  </a:lnTo>
                  <a:lnTo>
                    <a:pt x="166496" y="405533"/>
                  </a:lnTo>
                  <a:lnTo>
                    <a:pt x="235858" y="427652"/>
                  </a:lnTo>
                  <a:lnTo>
                    <a:pt x="274520" y="438227"/>
                  </a:lnTo>
                  <a:lnTo>
                    <a:pt x="315727" y="448461"/>
                  </a:lnTo>
                  <a:lnTo>
                    <a:pt x="359398" y="458339"/>
                  </a:lnTo>
                  <a:lnTo>
                    <a:pt x="405452" y="467845"/>
                  </a:lnTo>
                  <a:lnTo>
                    <a:pt x="453808" y="476965"/>
                  </a:lnTo>
                  <a:lnTo>
                    <a:pt x="504385" y="485685"/>
                  </a:lnTo>
                  <a:lnTo>
                    <a:pt x="557101" y="493990"/>
                  </a:lnTo>
                  <a:lnTo>
                    <a:pt x="611876" y="501865"/>
                  </a:lnTo>
                  <a:lnTo>
                    <a:pt x="668627" y="509296"/>
                  </a:lnTo>
                  <a:lnTo>
                    <a:pt x="727275" y="516268"/>
                  </a:lnTo>
                  <a:lnTo>
                    <a:pt x="787738" y="522766"/>
                  </a:lnTo>
                  <a:lnTo>
                    <a:pt x="849935" y="528776"/>
                  </a:lnTo>
                  <a:lnTo>
                    <a:pt x="913784" y="534283"/>
                  </a:lnTo>
                  <a:lnTo>
                    <a:pt x="979204" y="539272"/>
                  </a:lnTo>
                  <a:lnTo>
                    <a:pt x="1046115" y="543729"/>
                  </a:lnTo>
                  <a:lnTo>
                    <a:pt x="1114435" y="547640"/>
                  </a:lnTo>
                  <a:lnTo>
                    <a:pt x="1184083" y="550989"/>
                  </a:lnTo>
                  <a:lnTo>
                    <a:pt x="1254977" y="553762"/>
                  </a:lnTo>
                  <a:lnTo>
                    <a:pt x="1327037" y="555944"/>
                  </a:lnTo>
                  <a:lnTo>
                    <a:pt x="1400182" y="557520"/>
                  </a:lnTo>
                  <a:lnTo>
                    <a:pt x="1474330" y="558477"/>
                  </a:lnTo>
                  <a:lnTo>
                    <a:pt x="1549400" y="558800"/>
                  </a:lnTo>
                  <a:lnTo>
                    <a:pt x="1624469" y="558477"/>
                  </a:lnTo>
                  <a:lnTo>
                    <a:pt x="1698617" y="557520"/>
                  </a:lnTo>
                  <a:lnTo>
                    <a:pt x="1771761" y="555944"/>
                  </a:lnTo>
                  <a:lnTo>
                    <a:pt x="1843821" y="553762"/>
                  </a:lnTo>
                  <a:lnTo>
                    <a:pt x="1914716" y="550989"/>
                  </a:lnTo>
                  <a:lnTo>
                    <a:pt x="1984364" y="547640"/>
                  </a:lnTo>
                  <a:lnTo>
                    <a:pt x="2052683" y="543729"/>
                  </a:lnTo>
                  <a:lnTo>
                    <a:pt x="2119594" y="539272"/>
                  </a:lnTo>
                  <a:lnTo>
                    <a:pt x="2185015" y="534283"/>
                  </a:lnTo>
                  <a:lnTo>
                    <a:pt x="2248864" y="528776"/>
                  </a:lnTo>
                  <a:lnTo>
                    <a:pt x="2311060" y="522766"/>
                  </a:lnTo>
                  <a:lnTo>
                    <a:pt x="2371523" y="516268"/>
                  </a:lnTo>
                  <a:lnTo>
                    <a:pt x="2430171" y="509296"/>
                  </a:lnTo>
                  <a:lnTo>
                    <a:pt x="2486923" y="501865"/>
                  </a:lnTo>
                  <a:lnTo>
                    <a:pt x="2541698" y="493990"/>
                  </a:lnTo>
                  <a:lnTo>
                    <a:pt x="2594414" y="485685"/>
                  </a:lnTo>
                  <a:lnTo>
                    <a:pt x="2644991" y="476965"/>
                  </a:lnTo>
                  <a:lnTo>
                    <a:pt x="2693347" y="467845"/>
                  </a:lnTo>
                  <a:lnTo>
                    <a:pt x="2739401" y="458339"/>
                  </a:lnTo>
                  <a:lnTo>
                    <a:pt x="2783072" y="448461"/>
                  </a:lnTo>
                  <a:lnTo>
                    <a:pt x="2824279" y="438227"/>
                  </a:lnTo>
                  <a:lnTo>
                    <a:pt x="2862941" y="427652"/>
                  </a:lnTo>
                  <a:lnTo>
                    <a:pt x="2932303" y="405533"/>
                  </a:lnTo>
                  <a:lnTo>
                    <a:pt x="2990510" y="382222"/>
                  </a:lnTo>
                  <a:lnTo>
                    <a:pt x="3036913" y="357836"/>
                  </a:lnTo>
                  <a:lnTo>
                    <a:pt x="3070861" y="332492"/>
                  </a:lnTo>
                  <a:lnTo>
                    <a:pt x="3097013" y="292937"/>
                  </a:lnTo>
                  <a:lnTo>
                    <a:pt x="3098799" y="279400"/>
                  </a:lnTo>
                </a:path>
              </a:pathLst>
            </a:custGeom>
            <a:ln w="20320">
              <a:solidFill>
                <a:srgbClr val="0A7285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4" name="object 74"/>
          <p:cNvSpPr txBox="1"/>
          <p:nvPr/>
        </p:nvSpPr>
        <p:spPr>
          <a:xfrm>
            <a:off x="4937392" y="4375149"/>
            <a:ext cx="817880" cy="3835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algn="ctr">
              <a:lnSpc>
                <a:spcPts val="800"/>
              </a:lnSpc>
              <a:spcBef>
                <a:spcPts val="100"/>
              </a:spcBef>
            </a:pPr>
            <a:r>
              <a:rPr sz="750" b="1" spc="-10" dirty="0">
                <a:solidFill>
                  <a:srgbClr val="0A7285"/>
                </a:solidFill>
                <a:latin typeface="Arial"/>
                <a:cs typeface="Arial"/>
              </a:rPr>
              <a:t>03.05</a:t>
            </a:r>
            <a:endParaRPr sz="750">
              <a:latin typeface="Arial"/>
              <a:cs typeface="Arial"/>
            </a:endParaRPr>
          </a:p>
          <a:p>
            <a:pPr algn="ctr">
              <a:lnSpc>
                <a:spcPts val="919"/>
              </a:lnSpc>
            </a:pPr>
            <a:r>
              <a:rPr sz="850" dirty="0">
                <a:solidFill>
                  <a:srgbClr val="1A1A2D"/>
                </a:solidFill>
                <a:latin typeface="Arial MT"/>
                <a:cs typeface="Arial MT"/>
              </a:rPr>
              <a:t>Product</a:t>
            </a:r>
            <a:r>
              <a:rPr sz="850" spc="-25" dirty="0">
                <a:solidFill>
                  <a:srgbClr val="1A1A2D"/>
                </a:solidFill>
                <a:latin typeface="Arial MT"/>
                <a:cs typeface="Arial MT"/>
              </a:rPr>
              <a:t> </a:t>
            </a:r>
            <a:r>
              <a:rPr sz="850" spc="-10" dirty="0">
                <a:solidFill>
                  <a:srgbClr val="1A1A2D"/>
                </a:solidFill>
                <a:latin typeface="Arial MT"/>
                <a:cs typeface="Arial MT"/>
              </a:rPr>
              <a:t>Visibility</a:t>
            </a:r>
            <a:endParaRPr sz="850">
              <a:latin typeface="Arial MT"/>
              <a:cs typeface="Arial MT"/>
            </a:endParaRPr>
          </a:p>
          <a:p>
            <a:pPr algn="ctr">
              <a:lnSpc>
                <a:spcPct val="100000"/>
              </a:lnSpc>
              <a:spcBef>
                <a:spcPts val="80"/>
              </a:spcBef>
            </a:pPr>
            <a:r>
              <a:rPr sz="850" spc="-10" dirty="0">
                <a:solidFill>
                  <a:srgbClr val="1A1A2D"/>
                </a:solidFill>
                <a:latin typeface="Arial MT"/>
                <a:cs typeface="Arial MT"/>
              </a:rPr>
              <a:t>Rules</a:t>
            </a:r>
            <a:endParaRPr sz="850">
              <a:latin typeface="Arial MT"/>
              <a:cs typeface="Arial MT"/>
            </a:endParaRPr>
          </a:p>
        </p:txBody>
      </p:sp>
      <p:grpSp>
        <p:nvGrpSpPr>
          <p:cNvPr id="75" name="object 75"/>
          <p:cNvGrpSpPr/>
          <p:nvPr/>
        </p:nvGrpSpPr>
        <p:grpSpPr>
          <a:xfrm>
            <a:off x="8477120" y="6411919"/>
            <a:ext cx="2067560" cy="975360"/>
            <a:chOff x="8477120" y="6411919"/>
            <a:chExt cx="2067560" cy="975360"/>
          </a:xfrm>
        </p:grpSpPr>
        <p:sp>
          <p:nvSpPr>
            <p:cNvPr id="76" name="object 76"/>
            <p:cNvSpPr/>
            <p:nvPr/>
          </p:nvSpPr>
          <p:spPr>
            <a:xfrm>
              <a:off x="8482200" y="6416999"/>
              <a:ext cx="2057400" cy="965200"/>
            </a:xfrm>
            <a:custGeom>
              <a:avLst/>
              <a:gdLst/>
              <a:ahLst/>
              <a:cxnLst/>
              <a:rect l="l" t="t" r="r" b="b"/>
              <a:pathLst>
                <a:path w="2057400" h="965200">
                  <a:moveTo>
                    <a:pt x="2006600" y="0"/>
                  </a:moveTo>
                  <a:lnTo>
                    <a:pt x="50800" y="0"/>
                  </a:lnTo>
                  <a:lnTo>
                    <a:pt x="31015" y="3988"/>
                  </a:lnTo>
                  <a:lnTo>
                    <a:pt x="14869" y="14869"/>
                  </a:lnTo>
                  <a:lnTo>
                    <a:pt x="3988" y="31015"/>
                  </a:lnTo>
                  <a:lnTo>
                    <a:pt x="0" y="50800"/>
                  </a:lnTo>
                  <a:lnTo>
                    <a:pt x="0" y="914400"/>
                  </a:lnTo>
                  <a:lnTo>
                    <a:pt x="3988" y="934184"/>
                  </a:lnTo>
                  <a:lnTo>
                    <a:pt x="14869" y="950330"/>
                  </a:lnTo>
                  <a:lnTo>
                    <a:pt x="31015" y="961211"/>
                  </a:lnTo>
                  <a:lnTo>
                    <a:pt x="50800" y="965200"/>
                  </a:lnTo>
                  <a:lnTo>
                    <a:pt x="2006600" y="965200"/>
                  </a:lnTo>
                  <a:lnTo>
                    <a:pt x="2026384" y="961211"/>
                  </a:lnTo>
                  <a:lnTo>
                    <a:pt x="2042530" y="950330"/>
                  </a:lnTo>
                  <a:lnTo>
                    <a:pt x="2053411" y="934184"/>
                  </a:lnTo>
                  <a:lnTo>
                    <a:pt x="2057400" y="914400"/>
                  </a:lnTo>
                  <a:lnTo>
                    <a:pt x="2057400" y="50800"/>
                  </a:lnTo>
                  <a:lnTo>
                    <a:pt x="2053411" y="31015"/>
                  </a:lnTo>
                  <a:lnTo>
                    <a:pt x="2042530" y="14869"/>
                  </a:lnTo>
                  <a:lnTo>
                    <a:pt x="2026384" y="3988"/>
                  </a:lnTo>
                  <a:lnTo>
                    <a:pt x="200660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7" name="object 77"/>
            <p:cNvSpPr/>
            <p:nvPr/>
          </p:nvSpPr>
          <p:spPr>
            <a:xfrm>
              <a:off x="8482200" y="6416999"/>
              <a:ext cx="2057400" cy="965200"/>
            </a:xfrm>
            <a:custGeom>
              <a:avLst/>
              <a:gdLst/>
              <a:ahLst/>
              <a:cxnLst/>
              <a:rect l="l" t="t" r="r" b="b"/>
              <a:pathLst>
                <a:path w="2057400" h="965200">
                  <a:moveTo>
                    <a:pt x="50800" y="965200"/>
                  </a:moveTo>
                  <a:lnTo>
                    <a:pt x="2006600" y="965200"/>
                  </a:lnTo>
                  <a:lnTo>
                    <a:pt x="2026384" y="961211"/>
                  </a:lnTo>
                  <a:lnTo>
                    <a:pt x="2042530" y="950330"/>
                  </a:lnTo>
                  <a:lnTo>
                    <a:pt x="2053411" y="934184"/>
                  </a:lnTo>
                  <a:lnTo>
                    <a:pt x="2057400" y="914400"/>
                  </a:lnTo>
                  <a:lnTo>
                    <a:pt x="2057400" y="50800"/>
                  </a:lnTo>
                  <a:lnTo>
                    <a:pt x="2053411" y="31015"/>
                  </a:lnTo>
                  <a:lnTo>
                    <a:pt x="2042530" y="14869"/>
                  </a:lnTo>
                  <a:lnTo>
                    <a:pt x="2026384" y="3988"/>
                  </a:lnTo>
                  <a:lnTo>
                    <a:pt x="2006600" y="0"/>
                  </a:lnTo>
                  <a:lnTo>
                    <a:pt x="50800" y="0"/>
                  </a:lnTo>
                  <a:lnTo>
                    <a:pt x="31015" y="3988"/>
                  </a:lnTo>
                  <a:lnTo>
                    <a:pt x="14869" y="14869"/>
                  </a:lnTo>
                  <a:lnTo>
                    <a:pt x="3988" y="31015"/>
                  </a:lnTo>
                  <a:lnTo>
                    <a:pt x="0" y="50800"/>
                  </a:lnTo>
                  <a:lnTo>
                    <a:pt x="0" y="914400"/>
                  </a:lnTo>
                  <a:lnTo>
                    <a:pt x="3988" y="934184"/>
                  </a:lnTo>
                  <a:lnTo>
                    <a:pt x="14869" y="950330"/>
                  </a:lnTo>
                  <a:lnTo>
                    <a:pt x="31015" y="961211"/>
                  </a:lnTo>
                  <a:lnTo>
                    <a:pt x="50800" y="965200"/>
                  </a:lnTo>
                  <a:close/>
                </a:path>
              </a:pathLst>
            </a:custGeom>
            <a:ln w="10160">
              <a:solidFill>
                <a:srgbClr val="CCCCC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8" name="object 78"/>
            <p:cNvSpPr/>
            <p:nvPr/>
          </p:nvSpPr>
          <p:spPr>
            <a:xfrm>
              <a:off x="8583800" y="6670999"/>
              <a:ext cx="558800" cy="228600"/>
            </a:xfrm>
            <a:custGeom>
              <a:avLst/>
              <a:gdLst/>
              <a:ahLst/>
              <a:cxnLst/>
              <a:rect l="l" t="t" r="r" b="b"/>
              <a:pathLst>
                <a:path w="558800" h="228600">
                  <a:moveTo>
                    <a:pt x="279400" y="0"/>
                  </a:moveTo>
                  <a:lnTo>
                    <a:pt x="215336" y="3018"/>
                  </a:lnTo>
                  <a:lnTo>
                    <a:pt x="156526" y="11617"/>
                  </a:lnTo>
                  <a:lnTo>
                    <a:pt x="104649" y="25110"/>
                  </a:lnTo>
                  <a:lnTo>
                    <a:pt x="61380" y="42811"/>
                  </a:lnTo>
                  <a:lnTo>
                    <a:pt x="28398" y="64033"/>
                  </a:lnTo>
                  <a:lnTo>
                    <a:pt x="0" y="114300"/>
                  </a:lnTo>
                  <a:lnTo>
                    <a:pt x="7379" y="140507"/>
                  </a:lnTo>
                  <a:lnTo>
                    <a:pt x="61380" y="185788"/>
                  </a:lnTo>
                  <a:lnTo>
                    <a:pt x="104649" y="203489"/>
                  </a:lnTo>
                  <a:lnTo>
                    <a:pt x="156526" y="216982"/>
                  </a:lnTo>
                  <a:lnTo>
                    <a:pt x="215336" y="225581"/>
                  </a:lnTo>
                  <a:lnTo>
                    <a:pt x="279400" y="228600"/>
                  </a:lnTo>
                  <a:lnTo>
                    <a:pt x="343463" y="225581"/>
                  </a:lnTo>
                  <a:lnTo>
                    <a:pt x="402272" y="216982"/>
                  </a:lnTo>
                  <a:lnTo>
                    <a:pt x="454150" y="203489"/>
                  </a:lnTo>
                  <a:lnTo>
                    <a:pt x="497418" y="185788"/>
                  </a:lnTo>
                  <a:lnTo>
                    <a:pt x="530401" y="164566"/>
                  </a:lnTo>
                  <a:lnTo>
                    <a:pt x="558800" y="114300"/>
                  </a:lnTo>
                  <a:lnTo>
                    <a:pt x="551420" y="88092"/>
                  </a:lnTo>
                  <a:lnTo>
                    <a:pt x="497418" y="42811"/>
                  </a:lnTo>
                  <a:lnTo>
                    <a:pt x="454150" y="25110"/>
                  </a:lnTo>
                  <a:lnTo>
                    <a:pt x="402272" y="11617"/>
                  </a:lnTo>
                  <a:lnTo>
                    <a:pt x="343463" y="3018"/>
                  </a:lnTo>
                  <a:lnTo>
                    <a:pt x="279400" y="0"/>
                  </a:lnTo>
                  <a:close/>
                </a:path>
              </a:pathLst>
            </a:custGeom>
            <a:solidFill>
              <a:srgbClr val="FFF2C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9" name="object 79"/>
            <p:cNvSpPr/>
            <p:nvPr/>
          </p:nvSpPr>
          <p:spPr>
            <a:xfrm>
              <a:off x="8583800" y="6670999"/>
              <a:ext cx="558800" cy="228600"/>
            </a:xfrm>
            <a:custGeom>
              <a:avLst/>
              <a:gdLst/>
              <a:ahLst/>
              <a:cxnLst/>
              <a:rect l="l" t="t" r="r" b="b"/>
              <a:pathLst>
                <a:path w="558800" h="228600">
                  <a:moveTo>
                    <a:pt x="558800" y="114300"/>
                  </a:moveTo>
                  <a:lnTo>
                    <a:pt x="530401" y="64033"/>
                  </a:lnTo>
                  <a:lnTo>
                    <a:pt x="497418" y="42811"/>
                  </a:lnTo>
                  <a:lnTo>
                    <a:pt x="454150" y="25110"/>
                  </a:lnTo>
                  <a:lnTo>
                    <a:pt x="402272" y="11617"/>
                  </a:lnTo>
                  <a:lnTo>
                    <a:pt x="343463" y="3018"/>
                  </a:lnTo>
                  <a:lnTo>
                    <a:pt x="279400" y="0"/>
                  </a:lnTo>
                  <a:lnTo>
                    <a:pt x="215336" y="3018"/>
                  </a:lnTo>
                  <a:lnTo>
                    <a:pt x="156526" y="11617"/>
                  </a:lnTo>
                  <a:lnTo>
                    <a:pt x="104649" y="25110"/>
                  </a:lnTo>
                  <a:lnTo>
                    <a:pt x="61380" y="42811"/>
                  </a:lnTo>
                  <a:lnTo>
                    <a:pt x="28398" y="64033"/>
                  </a:lnTo>
                  <a:lnTo>
                    <a:pt x="0" y="114300"/>
                  </a:lnTo>
                  <a:lnTo>
                    <a:pt x="7379" y="140507"/>
                  </a:lnTo>
                  <a:lnTo>
                    <a:pt x="61380" y="185788"/>
                  </a:lnTo>
                  <a:lnTo>
                    <a:pt x="104649" y="203489"/>
                  </a:lnTo>
                  <a:lnTo>
                    <a:pt x="156526" y="216982"/>
                  </a:lnTo>
                  <a:lnTo>
                    <a:pt x="215336" y="225581"/>
                  </a:lnTo>
                  <a:lnTo>
                    <a:pt x="279400" y="228600"/>
                  </a:lnTo>
                  <a:lnTo>
                    <a:pt x="343463" y="225581"/>
                  </a:lnTo>
                  <a:lnTo>
                    <a:pt x="402272" y="216982"/>
                  </a:lnTo>
                  <a:lnTo>
                    <a:pt x="454150" y="203489"/>
                  </a:lnTo>
                  <a:lnTo>
                    <a:pt x="497418" y="185788"/>
                  </a:lnTo>
                  <a:lnTo>
                    <a:pt x="530401" y="164566"/>
                  </a:lnTo>
                  <a:lnTo>
                    <a:pt x="558800" y="114300"/>
                  </a:lnTo>
                </a:path>
              </a:pathLst>
            </a:custGeom>
            <a:ln w="25400">
              <a:solidFill>
                <a:srgbClr val="E695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0" name="object 80"/>
          <p:cNvSpPr txBox="1"/>
          <p:nvPr/>
        </p:nvSpPr>
        <p:spPr>
          <a:xfrm>
            <a:off x="8571100" y="6480499"/>
            <a:ext cx="1603375" cy="38735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800" b="1" spc="-10" dirty="0">
                <a:solidFill>
                  <a:srgbClr val="1A3A5B"/>
                </a:solidFill>
                <a:latin typeface="Arial"/>
                <a:cs typeface="Arial"/>
              </a:rPr>
              <a:t>Legend</a:t>
            </a:r>
            <a:endParaRPr sz="8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70"/>
              </a:spcBef>
            </a:pPr>
            <a:endParaRPr sz="800">
              <a:latin typeface="Arial"/>
              <a:cs typeface="Arial"/>
            </a:endParaRPr>
          </a:p>
          <a:p>
            <a:pPr marL="647700">
              <a:lnSpc>
                <a:spcPct val="100000"/>
              </a:lnSpc>
            </a:pPr>
            <a:r>
              <a:rPr sz="750" dirty="0">
                <a:solidFill>
                  <a:srgbClr val="1A1A2D"/>
                </a:solidFill>
                <a:latin typeface="Arial MT"/>
                <a:cs typeface="Arial MT"/>
              </a:rPr>
              <a:t>Planned</a:t>
            </a:r>
            <a:r>
              <a:rPr sz="750" spc="10" dirty="0">
                <a:solidFill>
                  <a:srgbClr val="1A1A2D"/>
                </a:solidFill>
                <a:latin typeface="Arial MT"/>
                <a:cs typeface="Arial MT"/>
              </a:rPr>
              <a:t> </a:t>
            </a:r>
            <a:r>
              <a:rPr sz="750" dirty="0">
                <a:solidFill>
                  <a:srgbClr val="1A1A2D"/>
                </a:solidFill>
                <a:latin typeface="Arial MT"/>
                <a:cs typeface="Arial MT"/>
              </a:rPr>
              <a:t>this</a:t>
            </a:r>
            <a:r>
              <a:rPr sz="750" spc="15" dirty="0">
                <a:solidFill>
                  <a:srgbClr val="1A1A2D"/>
                </a:solidFill>
                <a:latin typeface="Arial MT"/>
                <a:cs typeface="Arial MT"/>
              </a:rPr>
              <a:t> </a:t>
            </a:r>
            <a:r>
              <a:rPr sz="750" spc="-10" dirty="0">
                <a:solidFill>
                  <a:srgbClr val="1A1A2D"/>
                </a:solidFill>
                <a:latin typeface="Arial MT"/>
                <a:cs typeface="Arial MT"/>
              </a:rPr>
              <a:t>semester</a:t>
            </a:r>
            <a:endParaRPr sz="750">
              <a:latin typeface="Arial MT"/>
              <a:cs typeface="Arial MT"/>
            </a:endParaRPr>
          </a:p>
        </p:txBody>
      </p:sp>
      <p:grpSp>
        <p:nvGrpSpPr>
          <p:cNvPr id="81" name="object 81"/>
          <p:cNvGrpSpPr/>
          <p:nvPr/>
        </p:nvGrpSpPr>
        <p:grpSpPr>
          <a:xfrm>
            <a:off x="8573640" y="6965639"/>
            <a:ext cx="579120" cy="248920"/>
            <a:chOff x="8573640" y="6965639"/>
            <a:chExt cx="579120" cy="248920"/>
          </a:xfrm>
        </p:grpSpPr>
        <p:sp>
          <p:nvSpPr>
            <p:cNvPr id="82" name="object 82"/>
            <p:cNvSpPr/>
            <p:nvPr/>
          </p:nvSpPr>
          <p:spPr>
            <a:xfrm>
              <a:off x="8583800" y="6975799"/>
              <a:ext cx="558800" cy="228600"/>
            </a:xfrm>
            <a:custGeom>
              <a:avLst/>
              <a:gdLst/>
              <a:ahLst/>
              <a:cxnLst/>
              <a:rect l="l" t="t" r="r" b="b"/>
              <a:pathLst>
                <a:path w="558800" h="228600">
                  <a:moveTo>
                    <a:pt x="279400" y="0"/>
                  </a:moveTo>
                  <a:lnTo>
                    <a:pt x="215336" y="3018"/>
                  </a:lnTo>
                  <a:lnTo>
                    <a:pt x="156526" y="11617"/>
                  </a:lnTo>
                  <a:lnTo>
                    <a:pt x="104649" y="25110"/>
                  </a:lnTo>
                  <a:lnTo>
                    <a:pt x="61380" y="42811"/>
                  </a:lnTo>
                  <a:lnTo>
                    <a:pt x="28398" y="64033"/>
                  </a:lnTo>
                  <a:lnTo>
                    <a:pt x="0" y="114300"/>
                  </a:lnTo>
                  <a:lnTo>
                    <a:pt x="7379" y="140507"/>
                  </a:lnTo>
                  <a:lnTo>
                    <a:pt x="61380" y="185788"/>
                  </a:lnTo>
                  <a:lnTo>
                    <a:pt x="104649" y="203489"/>
                  </a:lnTo>
                  <a:lnTo>
                    <a:pt x="156526" y="216982"/>
                  </a:lnTo>
                  <a:lnTo>
                    <a:pt x="215336" y="225581"/>
                  </a:lnTo>
                  <a:lnTo>
                    <a:pt x="279400" y="228600"/>
                  </a:lnTo>
                  <a:lnTo>
                    <a:pt x="343463" y="225581"/>
                  </a:lnTo>
                  <a:lnTo>
                    <a:pt x="402272" y="216982"/>
                  </a:lnTo>
                  <a:lnTo>
                    <a:pt x="454150" y="203489"/>
                  </a:lnTo>
                  <a:lnTo>
                    <a:pt x="497418" y="185788"/>
                  </a:lnTo>
                  <a:lnTo>
                    <a:pt x="530401" y="164566"/>
                  </a:lnTo>
                  <a:lnTo>
                    <a:pt x="558800" y="114300"/>
                  </a:lnTo>
                  <a:lnTo>
                    <a:pt x="551420" y="88092"/>
                  </a:lnTo>
                  <a:lnTo>
                    <a:pt x="497418" y="42811"/>
                  </a:lnTo>
                  <a:lnTo>
                    <a:pt x="454150" y="25110"/>
                  </a:lnTo>
                  <a:lnTo>
                    <a:pt x="402272" y="11617"/>
                  </a:lnTo>
                  <a:lnTo>
                    <a:pt x="343463" y="3018"/>
                  </a:lnTo>
                  <a:lnTo>
                    <a:pt x="27940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3" name="object 83"/>
            <p:cNvSpPr/>
            <p:nvPr/>
          </p:nvSpPr>
          <p:spPr>
            <a:xfrm>
              <a:off x="8583800" y="6975799"/>
              <a:ext cx="558800" cy="228600"/>
            </a:xfrm>
            <a:custGeom>
              <a:avLst/>
              <a:gdLst/>
              <a:ahLst/>
              <a:cxnLst/>
              <a:rect l="l" t="t" r="r" b="b"/>
              <a:pathLst>
                <a:path w="558800" h="228600">
                  <a:moveTo>
                    <a:pt x="558800" y="114300"/>
                  </a:moveTo>
                  <a:lnTo>
                    <a:pt x="530401" y="64033"/>
                  </a:lnTo>
                  <a:lnTo>
                    <a:pt x="497418" y="42811"/>
                  </a:lnTo>
                  <a:lnTo>
                    <a:pt x="454150" y="25110"/>
                  </a:lnTo>
                  <a:lnTo>
                    <a:pt x="402272" y="11617"/>
                  </a:lnTo>
                  <a:lnTo>
                    <a:pt x="343463" y="3018"/>
                  </a:lnTo>
                  <a:lnTo>
                    <a:pt x="279400" y="0"/>
                  </a:lnTo>
                  <a:lnTo>
                    <a:pt x="215336" y="3018"/>
                  </a:lnTo>
                  <a:lnTo>
                    <a:pt x="156526" y="11617"/>
                  </a:lnTo>
                  <a:lnTo>
                    <a:pt x="104649" y="25110"/>
                  </a:lnTo>
                  <a:lnTo>
                    <a:pt x="61380" y="42811"/>
                  </a:lnTo>
                  <a:lnTo>
                    <a:pt x="28398" y="64033"/>
                  </a:lnTo>
                  <a:lnTo>
                    <a:pt x="0" y="114300"/>
                  </a:lnTo>
                  <a:lnTo>
                    <a:pt x="7379" y="140507"/>
                  </a:lnTo>
                  <a:lnTo>
                    <a:pt x="61380" y="185788"/>
                  </a:lnTo>
                  <a:lnTo>
                    <a:pt x="104649" y="203489"/>
                  </a:lnTo>
                  <a:lnTo>
                    <a:pt x="156526" y="216982"/>
                  </a:lnTo>
                  <a:lnTo>
                    <a:pt x="215336" y="225581"/>
                  </a:lnTo>
                  <a:lnTo>
                    <a:pt x="279400" y="228600"/>
                  </a:lnTo>
                  <a:lnTo>
                    <a:pt x="343463" y="225581"/>
                  </a:lnTo>
                  <a:lnTo>
                    <a:pt x="402272" y="216982"/>
                  </a:lnTo>
                  <a:lnTo>
                    <a:pt x="454150" y="203489"/>
                  </a:lnTo>
                  <a:lnTo>
                    <a:pt x="497418" y="185788"/>
                  </a:lnTo>
                  <a:lnTo>
                    <a:pt x="530401" y="164566"/>
                  </a:lnTo>
                  <a:lnTo>
                    <a:pt x="558800" y="114300"/>
                  </a:lnTo>
                </a:path>
              </a:pathLst>
            </a:custGeom>
            <a:ln w="20320">
              <a:solidFill>
                <a:srgbClr val="0A7285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4" name="object 84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31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5"/>
              </a:spcBef>
            </a:pPr>
            <a:r>
              <a:rPr b="0" dirty="0">
                <a:latin typeface="MS Gothic"/>
                <a:cs typeface="MS Gothic"/>
              </a:rPr>
              <a:t>●</a:t>
            </a:r>
            <a:r>
              <a:rPr b="0" spc="20" dirty="0">
                <a:latin typeface="Times New Roman"/>
                <a:cs typeface="Times New Roman"/>
              </a:rPr>
              <a:t> </a:t>
            </a:r>
            <a:r>
              <a:rPr dirty="0"/>
              <a:t>External </a:t>
            </a:r>
            <a:r>
              <a:rPr spc="-10" dirty="0"/>
              <a:t>Actor</a:t>
            </a:r>
          </a:p>
        </p:txBody>
      </p:sp>
      <p:sp>
        <p:nvSpPr>
          <p:cNvPr id="85" name="object 85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31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5"/>
              </a:spcBef>
            </a:pPr>
            <a:r>
              <a:rPr b="0" dirty="0">
                <a:latin typeface="MS Gothic"/>
                <a:cs typeface="MS Gothic"/>
              </a:rPr>
              <a:t>●</a:t>
            </a:r>
            <a:r>
              <a:rPr b="0" spc="5" dirty="0">
                <a:latin typeface="Times New Roman"/>
                <a:cs typeface="Times New Roman"/>
              </a:rPr>
              <a:t> </a:t>
            </a:r>
            <a:r>
              <a:rPr dirty="0"/>
              <a:t>Internal</a:t>
            </a:r>
            <a:r>
              <a:rPr spc="-15" dirty="0"/>
              <a:t> </a:t>
            </a:r>
            <a:r>
              <a:rPr spc="-10" dirty="0"/>
              <a:t>Actor</a:t>
            </a:r>
          </a:p>
        </p:txBody>
      </p:sp>
    </p:spTree>
  </p:cSld>
  <p:clrMapOvr>
    <a:masterClrMapping/>
  </p:clrMapOvr>
  <p:transition>
    <p:cut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5</TotalTime>
  <Words>129</Words>
  <Application>Microsoft Macintosh PowerPoint</Application>
  <PresentationFormat>Custom</PresentationFormat>
  <Paragraphs>62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8" baseType="lpstr">
      <vt:lpstr>MS Gothic</vt:lpstr>
      <vt:lpstr>Arial</vt:lpstr>
      <vt:lpstr>Arial MT</vt:lpstr>
      <vt:lpstr>Calibri</vt:lpstr>
      <vt:lpstr>Times New Roman</vt:lpstr>
      <vt:lpstr>Office Theme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BulkCart – UML Use Case Diagrams</dc:title>
  <dc:subject>unspecified</dc:subject>
  <dc:creator>anonymous</dc:creator>
  <cp:lastModifiedBy>Meet Mangukiya</cp:lastModifiedBy>
  <cp:revision>1</cp:revision>
  <dcterms:created xsi:type="dcterms:W3CDTF">2026-03-22T16:16:05Z</dcterms:created>
  <dcterms:modified xsi:type="dcterms:W3CDTF">2026-03-22T16:21:31Z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2026-03-22T00:00:00Z</vt:filetime>
  </property>
  <property fmtid="{D5CDD505-2E9C-101B-9397-08002B2CF9AE}" pid="3" name="Creator">
    <vt:lpwstr>anonymous</vt:lpwstr>
  </property>
  <property fmtid="{D5CDD505-2E9C-101B-9397-08002B2CF9AE}" pid="4" name="LastSaved">
    <vt:filetime>2026-03-22T00:00:00Z</vt:filetime>
  </property>
  <property fmtid="{D5CDD505-2E9C-101B-9397-08002B2CF9AE}" pid="5" name="Producer">
    <vt:lpwstr>ReportLab PDF Library - (opensource)</vt:lpwstr>
  </property>
</Properties>
</file>