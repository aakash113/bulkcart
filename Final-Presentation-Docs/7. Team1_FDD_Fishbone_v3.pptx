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/>
    <p:restoredTop sz="94617"/>
  </p:normalViewPr>
  <p:slideViewPr>
    <p:cSldViewPr snapToGrid="0">
      <p:cViewPr varScale="1">
        <p:scale>
          <a:sx n="92" d="100"/>
          <a:sy n="92" d="100"/>
        </p:scale>
        <p:origin x="17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CCF3-C394-A0FE-8C76-D2D70C77A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242A1-36C9-6AF1-32B4-BD14800E5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A657E-5350-8842-B831-90377D7C0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1D6A0-67D5-6D68-BC2B-4E5BBC3C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30783-B16B-5590-5A37-D7CC6FC0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6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26ED-5C04-2B6C-C0CD-E49FD1C52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1DA07-6B77-6591-F221-526C739E9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AC4B7-3EFC-6D18-36DB-C5B8B59AC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A81EA-CFA4-7FE4-2C3D-8B4841443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402CF-FE14-350A-388B-EA1BABAD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8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7885-FE72-92EA-9E67-ED2DFDA4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3E2D6-F31F-4B9A-920F-BF162171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8040F-E6E4-7246-3684-DB924F4D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C9E2D-2437-F60C-F33F-1D01C1AF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8DB0F-E0E0-7144-6386-E5046912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81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AF89B-D04D-2B66-3CD1-4C7DEBC3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B2CF-B95D-CDA5-697F-E33ECB205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964D4-3DC6-A03C-5E58-9F3A6CE88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B61F4-F70D-75C7-01E0-808E785DC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763AF-F20C-26EB-A540-51B0213BF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EE0BA-8A7B-36E0-A6AF-DB651B72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9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6ED68-CE4A-88B5-AE08-A1065A21C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64081-813C-2151-416C-13CB8E07A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D4822-3616-CF95-E715-F87F23701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7AEB7-AD12-EF04-A78D-1E05C6AEB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46EAA-CA73-C1C0-0D3D-6FC673A0BD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75BAE1-1658-9488-533E-2C984632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0A4FA9-9EE9-F5A3-57ED-0130BCC1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5E46E-DD32-423D-2D3C-33AC4694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49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A430-77A9-4540-453D-D481E1F1D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2DBA5-0D98-81E0-054A-A3E15D65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E915A-712F-FFAB-AA4E-5AC9942D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D9ADA-68FF-7038-2A74-347E6568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5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C890F-F4DF-0AF3-F68C-92D2F5DA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9FA50-AF8E-5C63-7F74-3E1A00DE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5C261-2864-555C-D0DE-EDE3C651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1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FABAB-3A4B-CD0A-46D9-BC03EB1D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833E-F228-D124-482C-3FC277E18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43AB89-7346-BC1F-3418-C186B78A3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B7338-93E7-543D-2160-CA5F8035F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9BBDA-FAFA-850E-03EE-D613AD398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5DE08-BE87-D445-4CB7-B58CF020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4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2C35-0532-145C-ADE7-52879A95F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59CEE8-905B-CC59-7CC1-40618D9A3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4E3A6-B974-1519-684B-8C90BF601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654BD-279E-72D2-0767-7049D1F8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6A0A1-11C3-A3EB-0D19-8B78A505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8A495-F3D5-C4D5-FAC3-104EA84DF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1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C520-80D5-A288-434A-DDE0F542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93A3F-DF1E-676E-9902-76483900E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4D47B-F623-8C3D-60A6-BF47B83A1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B6C44-9DBA-A4D1-E4BC-A5044BF5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9BDFC-893A-D23B-130A-E89E323A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58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EBA35-1C32-4A64-4AD4-28A30C532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F6472-8C40-FC25-D10D-FEBB1DD80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0A2A7-C7DD-DA52-1048-AF063B26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4A19A-4F33-3FF3-0F19-398D38AF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0F59B-F13C-3B52-C20D-51CA818B9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5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B8E2CE-9AE0-D10F-73E4-0980B190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6687A-3D33-D4CA-6301-7AB3F3D6E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855D8-09D9-D2A4-7B14-6146D6E0F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06058-11AF-1E49-B960-EDEDAD344E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C6257-1D59-B2BC-AF66-8C7EE6F73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9DE48-3C91-6C35-A4C6-C951D0D15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C9041-EDFD-C94C-9524-6D4A06DDB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1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228FC2-BD88-60B4-3EBE-278DAC57377D}"/>
              </a:ext>
            </a:extLst>
          </p:cNvPr>
          <p:cNvSpPr txBox="1"/>
          <p:nvPr/>
        </p:nvSpPr>
        <p:spPr>
          <a:xfrm>
            <a:off x="5413056" y="1146221"/>
            <a:ext cx="13658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BulkCart</a:t>
            </a:r>
          </a:p>
          <a:p>
            <a:pPr algn="ctr"/>
            <a:r>
              <a:rPr lang="en-US" dirty="0"/>
              <a:t> Application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EA802E-CFC0-02E1-F391-228BCA3E256B}"/>
              </a:ext>
            </a:extLst>
          </p:cNvPr>
          <p:cNvCxnSpPr>
            <a:cxnSpLocks/>
          </p:cNvCxnSpPr>
          <p:nvPr/>
        </p:nvCxnSpPr>
        <p:spPr>
          <a:xfrm>
            <a:off x="1885855" y="2830669"/>
            <a:ext cx="81087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731D8BC-8202-D296-0C40-5B64EDF11067}"/>
              </a:ext>
            </a:extLst>
          </p:cNvPr>
          <p:cNvSpPr txBox="1"/>
          <p:nvPr/>
        </p:nvSpPr>
        <p:spPr>
          <a:xfrm>
            <a:off x="1067576" y="3911420"/>
            <a:ext cx="181793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01 User &amp; Account</a:t>
            </a:r>
          </a:p>
          <a:p>
            <a:pPr algn="ctr"/>
            <a:r>
              <a:rPr lang="en-US" sz="1600" dirty="0"/>
              <a:t>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E56F6-4C28-65E9-1169-89EBCFF67B2D}"/>
              </a:ext>
            </a:extLst>
          </p:cNvPr>
          <p:cNvSpPr txBox="1"/>
          <p:nvPr/>
        </p:nvSpPr>
        <p:spPr>
          <a:xfrm>
            <a:off x="3070553" y="3911420"/>
            <a:ext cx="199253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02 Order &amp; Approval </a:t>
            </a:r>
          </a:p>
          <a:p>
            <a:pPr algn="ctr"/>
            <a:r>
              <a:rPr lang="en-US" sz="1600" dirty="0"/>
              <a:t>Management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2E2C0-2B21-C07D-4BF2-5DC140BEBCFD}"/>
              </a:ext>
            </a:extLst>
          </p:cNvPr>
          <p:cNvSpPr txBox="1"/>
          <p:nvPr/>
        </p:nvSpPr>
        <p:spPr>
          <a:xfrm>
            <a:off x="5359378" y="3911420"/>
            <a:ext cx="209121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03 Product Catalog  &amp;</a:t>
            </a:r>
          </a:p>
          <a:p>
            <a:pPr algn="ctr"/>
            <a:r>
              <a:rPr lang="en-US" sz="1600" dirty="0"/>
              <a:t> Pricing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1859D-BFC3-E4D6-CBF1-235D997A2844}"/>
              </a:ext>
            </a:extLst>
          </p:cNvPr>
          <p:cNvSpPr txBox="1"/>
          <p:nvPr/>
        </p:nvSpPr>
        <p:spPr>
          <a:xfrm>
            <a:off x="7617040" y="3911419"/>
            <a:ext cx="155683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04 Shipment  &amp; </a:t>
            </a:r>
          </a:p>
          <a:p>
            <a:pPr algn="ctr"/>
            <a:r>
              <a:rPr lang="en-US" sz="1600" dirty="0"/>
              <a:t>Fulfillment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770C48-A64B-CC57-4F8D-9C7283C81AFD}"/>
              </a:ext>
            </a:extLst>
          </p:cNvPr>
          <p:cNvSpPr txBox="1"/>
          <p:nvPr/>
        </p:nvSpPr>
        <p:spPr>
          <a:xfrm>
            <a:off x="9340325" y="3911418"/>
            <a:ext cx="156818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05 Financials  &amp;</a:t>
            </a:r>
          </a:p>
          <a:p>
            <a:pPr algn="ctr"/>
            <a:r>
              <a:rPr lang="en-US" sz="1600" dirty="0"/>
              <a:t> Analytics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250031-175F-8168-BF6F-96F66B633585}"/>
              </a:ext>
            </a:extLst>
          </p:cNvPr>
          <p:cNvCxnSpPr/>
          <p:nvPr/>
        </p:nvCxnSpPr>
        <p:spPr>
          <a:xfrm>
            <a:off x="1880315" y="2846231"/>
            <a:ext cx="0" cy="1065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1E6FC2-DBFE-0990-E584-67E7CCE35CCD}"/>
              </a:ext>
            </a:extLst>
          </p:cNvPr>
          <p:cNvCxnSpPr/>
          <p:nvPr/>
        </p:nvCxnSpPr>
        <p:spPr>
          <a:xfrm>
            <a:off x="4064672" y="2846230"/>
            <a:ext cx="0" cy="1065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4F7117-648A-2C26-1E66-1B9EA1EF4CF4}"/>
              </a:ext>
            </a:extLst>
          </p:cNvPr>
          <p:cNvCxnSpPr/>
          <p:nvPr/>
        </p:nvCxnSpPr>
        <p:spPr>
          <a:xfrm>
            <a:off x="6272994" y="2846229"/>
            <a:ext cx="0" cy="1065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563561-C2F4-90DF-FB2C-17C6F01702E4}"/>
              </a:ext>
            </a:extLst>
          </p:cNvPr>
          <p:cNvCxnSpPr/>
          <p:nvPr/>
        </p:nvCxnSpPr>
        <p:spPr>
          <a:xfrm>
            <a:off x="8265615" y="2830669"/>
            <a:ext cx="0" cy="1065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34859A-8FF3-0FD4-DEF4-E331AD089CF2}"/>
              </a:ext>
            </a:extLst>
          </p:cNvPr>
          <p:cNvCxnSpPr/>
          <p:nvPr/>
        </p:nvCxnSpPr>
        <p:spPr>
          <a:xfrm>
            <a:off x="9994575" y="2830668"/>
            <a:ext cx="0" cy="1065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019E80A-2D96-7201-835C-EF0051AACAAB}"/>
              </a:ext>
            </a:extLst>
          </p:cNvPr>
          <p:cNvCxnSpPr>
            <a:stCxn id="4" idx="2"/>
          </p:cNvCxnSpPr>
          <p:nvPr/>
        </p:nvCxnSpPr>
        <p:spPr>
          <a:xfrm flipH="1">
            <a:off x="6095999" y="1792552"/>
            <a:ext cx="1" cy="10381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5DD4BD2-DDAE-B9A0-B148-EFEB501CB6B4}"/>
              </a:ext>
            </a:extLst>
          </p:cNvPr>
          <p:cNvSpPr txBox="1"/>
          <p:nvPr/>
        </p:nvSpPr>
        <p:spPr>
          <a:xfrm>
            <a:off x="1435721" y="5151388"/>
            <a:ext cx="108164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Abubakar</a:t>
            </a:r>
            <a:r>
              <a:rPr lang="en-US" dirty="0"/>
              <a:t> </a:t>
            </a:r>
          </a:p>
          <a:p>
            <a:pPr algn="ctr"/>
            <a:r>
              <a:rPr lang="en-US" sz="1600" dirty="0"/>
              <a:t>Tahir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B9BA0E-C51E-C569-EC0A-0778F7DABFD3}"/>
              </a:ext>
            </a:extLst>
          </p:cNvPr>
          <p:cNvSpPr txBox="1"/>
          <p:nvPr/>
        </p:nvSpPr>
        <p:spPr>
          <a:xfrm>
            <a:off x="3617273" y="5151388"/>
            <a:ext cx="894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Asmith </a:t>
            </a:r>
          </a:p>
          <a:p>
            <a:pPr algn="ctr"/>
            <a:r>
              <a:rPr lang="en-US" sz="1600" dirty="0"/>
              <a:t>Mamilla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9D5586-1F04-2537-FAB8-D82B9ED2D0F1}"/>
              </a:ext>
            </a:extLst>
          </p:cNvPr>
          <p:cNvSpPr txBox="1"/>
          <p:nvPr/>
        </p:nvSpPr>
        <p:spPr>
          <a:xfrm>
            <a:off x="5837507" y="5151388"/>
            <a:ext cx="8811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Arun</a:t>
            </a:r>
          </a:p>
          <a:p>
            <a:pPr algn="ctr"/>
            <a:r>
              <a:rPr lang="en-US" sz="1600" dirty="0" err="1"/>
              <a:t>Garwan</a:t>
            </a:r>
            <a:endParaRPr 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C8DA14-DC38-4BDC-CAEB-D6BAE703FF4E}"/>
              </a:ext>
            </a:extLst>
          </p:cNvPr>
          <p:cNvSpPr txBox="1"/>
          <p:nvPr/>
        </p:nvSpPr>
        <p:spPr>
          <a:xfrm>
            <a:off x="7982011" y="5181519"/>
            <a:ext cx="826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Kiran</a:t>
            </a:r>
          </a:p>
          <a:p>
            <a:pPr algn="ctr"/>
            <a:r>
              <a:rPr lang="en-US" sz="1600" dirty="0"/>
              <a:t>Rathod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776F4F-C579-6461-5651-01D5B340D924}"/>
              </a:ext>
            </a:extLst>
          </p:cNvPr>
          <p:cNvSpPr txBox="1"/>
          <p:nvPr/>
        </p:nvSpPr>
        <p:spPr>
          <a:xfrm>
            <a:off x="9557147" y="5181438"/>
            <a:ext cx="1134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Meet</a:t>
            </a:r>
          </a:p>
          <a:p>
            <a:pPr algn="ctr"/>
            <a:r>
              <a:rPr lang="en-US" sz="1600" dirty="0"/>
              <a:t>Mangukiya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256658-001D-7976-6DB7-14DDAB066EA2}"/>
              </a:ext>
            </a:extLst>
          </p:cNvPr>
          <p:cNvSpPr txBox="1"/>
          <p:nvPr/>
        </p:nvSpPr>
        <p:spPr>
          <a:xfrm>
            <a:off x="3492782" y="-20148"/>
            <a:ext cx="4894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Team 1 – </a:t>
            </a:r>
            <a:r>
              <a:rPr lang="en-US" sz="2400" dirty="0" err="1"/>
              <a:t>Bulkcart</a:t>
            </a:r>
            <a:endParaRPr lang="en-US" sz="2400" dirty="0"/>
          </a:p>
          <a:p>
            <a:pPr algn="ctr"/>
            <a:r>
              <a:rPr lang="en-US" sz="2400" dirty="0"/>
              <a:t>Functional Decomposition Diagram</a:t>
            </a:r>
          </a:p>
        </p:txBody>
      </p:sp>
    </p:spTree>
    <p:extLst>
      <p:ext uri="{BB962C8B-B14F-4D97-AF65-F5344CB8AC3E}">
        <p14:creationId xmlns:p14="http://schemas.microsoft.com/office/powerpoint/2010/main" val="67973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A707C7B-4421-A38B-0887-6738A3AE5300}"/>
              </a:ext>
            </a:extLst>
          </p:cNvPr>
          <p:cNvCxnSpPr/>
          <p:nvPr/>
        </p:nvCxnSpPr>
        <p:spPr>
          <a:xfrm>
            <a:off x="2356834" y="3206839"/>
            <a:ext cx="65167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elay 3">
            <a:extLst>
              <a:ext uri="{FF2B5EF4-FFF2-40B4-BE49-F238E27FC236}">
                <a16:creationId xmlns:a16="http://schemas.microsoft.com/office/drawing/2014/main" id="{3D014EC4-553E-7C40-A2BD-762869D217F8}"/>
              </a:ext>
            </a:extLst>
          </p:cNvPr>
          <p:cNvSpPr/>
          <p:nvPr/>
        </p:nvSpPr>
        <p:spPr>
          <a:xfrm>
            <a:off x="8873544" y="2717442"/>
            <a:ext cx="1429555" cy="978794"/>
          </a:xfrm>
          <a:prstGeom prst="flowChartDelay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BulkCart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8D9940B6-D2AE-AB13-3741-C8E6422BAA84}"/>
              </a:ext>
            </a:extLst>
          </p:cNvPr>
          <p:cNvSpPr/>
          <p:nvPr/>
        </p:nvSpPr>
        <p:spPr>
          <a:xfrm rot="10800000">
            <a:off x="890788" y="2717442"/>
            <a:ext cx="1996226" cy="978795"/>
          </a:xfrm>
          <a:prstGeom prst="chevr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9D24EE-FA22-3B51-BEE6-581A61537DC5}"/>
              </a:ext>
            </a:extLst>
          </p:cNvPr>
          <p:cNvCxnSpPr/>
          <p:nvPr/>
        </p:nvCxnSpPr>
        <p:spPr>
          <a:xfrm>
            <a:off x="3035121" y="1094704"/>
            <a:ext cx="1133341" cy="21121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CDFB7A-7763-BAF9-D681-0CBC74BAFC64}"/>
              </a:ext>
            </a:extLst>
          </p:cNvPr>
          <p:cNvCxnSpPr/>
          <p:nvPr/>
        </p:nvCxnSpPr>
        <p:spPr>
          <a:xfrm>
            <a:off x="5853448" y="1094703"/>
            <a:ext cx="1133341" cy="21121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0902A7-9A61-2347-E549-6A717906A3DE}"/>
              </a:ext>
            </a:extLst>
          </p:cNvPr>
          <p:cNvCxnSpPr>
            <a:cxnSpLocks/>
          </p:cNvCxnSpPr>
          <p:nvPr/>
        </p:nvCxnSpPr>
        <p:spPr>
          <a:xfrm flipH="1">
            <a:off x="2887014" y="3206838"/>
            <a:ext cx="970208" cy="2446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6D3B90-9C52-D764-A3C6-47D881D6D5C8}"/>
              </a:ext>
            </a:extLst>
          </p:cNvPr>
          <p:cNvCxnSpPr>
            <a:cxnSpLocks/>
          </p:cNvCxnSpPr>
          <p:nvPr/>
        </p:nvCxnSpPr>
        <p:spPr>
          <a:xfrm flipH="1">
            <a:off x="5149404" y="3206837"/>
            <a:ext cx="970208" cy="2446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5507D3-28FF-9033-3153-A0165C69AC01}"/>
              </a:ext>
            </a:extLst>
          </p:cNvPr>
          <p:cNvCxnSpPr>
            <a:cxnSpLocks/>
          </p:cNvCxnSpPr>
          <p:nvPr/>
        </p:nvCxnSpPr>
        <p:spPr>
          <a:xfrm flipH="1">
            <a:off x="7521263" y="3206837"/>
            <a:ext cx="970208" cy="2446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5C9293C-39FF-584E-ED8C-B1E92A07F81C}"/>
              </a:ext>
            </a:extLst>
          </p:cNvPr>
          <p:cNvSpPr txBox="1"/>
          <p:nvPr/>
        </p:nvSpPr>
        <p:spPr>
          <a:xfrm>
            <a:off x="2165797" y="633037"/>
            <a:ext cx="173864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01. User &amp; Account Management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9B089B-7A8B-52D7-1550-F4713D625634}"/>
              </a:ext>
            </a:extLst>
          </p:cNvPr>
          <p:cNvSpPr txBox="1"/>
          <p:nvPr/>
        </p:nvSpPr>
        <p:spPr>
          <a:xfrm>
            <a:off x="4984124" y="633037"/>
            <a:ext cx="173864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02. Order &amp; Approval Management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95E94D-41D3-3730-91D6-231515F2D9BA}"/>
              </a:ext>
            </a:extLst>
          </p:cNvPr>
          <p:cNvSpPr txBox="1"/>
          <p:nvPr/>
        </p:nvSpPr>
        <p:spPr>
          <a:xfrm>
            <a:off x="2017690" y="5653824"/>
            <a:ext cx="173864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03. Product Catalog &amp; Pricing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575E4E-8ABB-E709-C6E7-8335A6322D2F}"/>
              </a:ext>
            </a:extLst>
          </p:cNvPr>
          <p:cNvSpPr txBox="1"/>
          <p:nvPr/>
        </p:nvSpPr>
        <p:spPr>
          <a:xfrm>
            <a:off x="4212466" y="5653824"/>
            <a:ext cx="173864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04. Shipment &amp; Fulfillment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FB0527-AE2A-578E-EC73-715AA4B803F6}"/>
              </a:ext>
            </a:extLst>
          </p:cNvPr>
          <p:cNvSpPr txBox="1"/>
          <p:nvPr/>
        </p:nvSpPr>
        <p:spPr>
          <a:xfrm>
            <a:off x="6722772" y="5653823"/>
            <a:ext cx="173864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05. Financials &amp; Analytics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056E84-2BF8-95D7-A89D-E30EEE0D704C}"/>
              </a:ext>
            </a:extLst>
          </p:cNvPr>
          <p:cNvCxnSpPr/>
          <p:nvPr/>
        </p:nvCxnSpPr>
        <p:spPr>
          <a:xfrm>
            <a:off x="2165797" y="1429555"/>
            <a:ext cx="1053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1AB300-F722-9A55-2FBF-1228D286E7F2}"/>
              </a:ext>
            </a:extLst>
          </p:cNvPr>
          <p:cNvCxnSpPr/>
          <p:nvPr/>
        </p:nvCxnSpPr>
        <p:spPr>
          <a:xfrm>
            <a:off x="2508160" y="2122866"/>
            <a:ext cx="1053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B3C7FA-98A2-D1CC-F69D-7387E38DCF4E}"/>
              </a:ext>
            </a:extLst>
          </p:cNvPr>
          <p:cNvCxnSpPr>
            <a:cxnSpLocks/>
          </p:cNvCxnSpPr>
          <p:nvPr/>
        </p:nvCxnSpPr>
        <p:spPr>
          <a:xfrm flipH="1">
            <a:off x="3404314" y="1735426"/>
            <a:ext cx="974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C71BD55-1962-9367-09AA-EC520A868176}"/>
              </a:ext>
            </a:extLst>
          </p:cNvPr>
          <p:cNvCxnSpPr>
            <a:cxnSpLocks/>
          </p:cNvCxnSpPr>
          <p:nvPr/>
        </p:nvCxnSpPr>
        <p:spPr>
          <a:xfrm flipH="1">
            <a:off x="3822877" y="2545724"/>
            <a:ext cx="974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CCBD1A-E81C-BF7F-30A2-1040EBC6945A}"/>
              </a:ext>
            </a:extLst>
          </p:cNvPr>
          <p:cNvCxnSpPr>
            <a:cxnSpLocks/>
          </p:cNvCxnSpPr>
          <p:nvPr/>
        </p:nvCxnSpPr>
        <p:spPr>
          <a:xfrm flipH="1">
            <a:off x="6096000" y="1564783"/>
            <a:ext cx="974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37D06A-C415-B7BD-5EBA-BCEB7677F6A0}"/>
              </a:ext>
            </a:extLst>
          </p:cNvPr>
          <p:cNvCxnSpPr>
            <a:cxnSpLocks/>
          </p:cNvCxnSpPr>
          <p:nvPr/>
        </p:nvCxnSpPr>
        <p:spPr>
          <a:xfrm flipH="1">
            <a:off x="6546762" y="2401909"/>
            <a:ext cx="974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C18D8C1-1A5B-08BF-F97A-C7E26974B93B}"/>
              </a:ext>
            </a:extLst>
          </p:cNvPr>
          <p:cNvCxnSpPr>
            <a:cxnSpLocks/>
          </p:cNvCxnSpPr>
          <p:nvPr/>
        </p:nvCxnSpPr>
        <p:spPr>
          <a:xfrm flipH="1">
            <a:off x="3681211" y="3715554"/>
            <a:ext cx="974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2BC3436-FA58-9DEF-F12C-7A4713B14C5C}"/>
              </a:ext>
            </a:extLst>
          </p:cNvPr>
          <p:cNvCxnSpPr>
            <a:cxnSpLocks/>
          </p:cNvCxnSpPr>
          <p:nvPr/>
        </p:nvCxnSpPr>
        <p:spPr>
          <a:xfrm flipH="1">
            <a:off x="3295916" y="4649271"/>
            <a:ext cx="974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E840EB-636B-C7CF-C73F-FD412D3A35C2}"/>
              </a:ext>
            </a:extLst>
          </p:cNvPr>
          <p:cNvCxnSpPr>
            <a:cxnSpLocks/>
          </p:cNvCxnSpPr>
          <p:nvPr/>
        </p:nvCxnSpPr>
        <p:spPr>
          <a:xfrm flipH="1">
            <a:off x="5951114" y="3548130"/>
            <a:ext cx="974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C0FA4DC-1117-6287-4478-ED17D9B2CEB8}"/>
              </a:ext>
            </a:extLst>
          </p:cNvPr>
          <p:cNvCxnSpPr>
            <a:cxnSpLocks/>
          </p:cNvCxnSpPr>
          <p:nvPr/>
        </p:nvCxnSpPr>
        <p:spPr>
          <a:xfrm flipH="1">
            <a:off x="5525037" y="4655713"/>
            <a:ext cx="974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8911148-5B72-7D51-0C07-2C1DBFED38F9}"/>
              </a:ext>
            </a:extLst>
          </p:cNvPr>
          <p:cNvCxnSpPr>
            <a:cxnSpLocks/>
          </p:cNvCxnSpPr>
          <p:nvPr/>
        </p:nvCxnSpPr>
        <p:spPr>
          <a:xfrm flipH="1">
            <a:off x="8186669" y="3960254"/>
            <a:ext cx="974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FBD2E9E-DA2D-1B0F-C769-1FDEBC050848}"/>
              </a:ext>
            </a:extLst>
          </p:cNvPr>
          <p:cNvCxnSpPr>
            <a:cxnSpLocks/>
          </p:cNvCxnSpPr>
          <p:nvPr/>
        </p:nvCxnSpPr>
        <p:spPr>
          <a:xfrm flipH="1">
            <a:off x="7800302" y="4848896"/>
            <a:ext cx="974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F16C06B-1B88-71C0-A12F-F693FDF0130D}"/>
              </a:ext>
            </a:extLst>
          </p:cNvPr>
          <p:cNvCxnSpPr/>
          <p:nvPr/>
        </p:nvCxnSpPr>
        <p:spPr>
          <a:xfrm>
            <a:off x="4897193" y="1272862"/>
            <a:ext cx="1053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EA373C0-FCFF-30A5-297D-D09158584F11}"/>
              </a:ext>
            </a:extLst>
          </p:cNvPr>
          <p:cNvCxnSpPr/>
          <p:nvPr/>
        </p:nvCxnSpPr>
        <p:spPr>
          <a:xfrm>
            <a:off x="5299656" y="1994079"/>
            <a:ext cx="1053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D584161-9AB2-3926-ABFB-CFDEEC0567E4}"/>
              </a:ext>
            </a:extLst>
          </p:cNvPr>
          <p:cNvCxnSpPr/>
          <p:nvPr/>
        </p:nvCxnSpPr>
        <p:spPr>
          <a:xfrm>
            <a:off x="2508159" y="4063285"/>
            <a:ext cx="1053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D7503C6-3143-3BDF-DFF8-473759989AE0}"/>
              </a:ext>
            </a:extLst>
          </p:cNvPr>
          <p:cNvCxnSpPr/>
          <p:nvPr/>
        </p:nvCxnSpPr>
        <p:spPr>
          <a:xfrm>
            <a:off x="2100329" y="4943341"/>
            <a:ext cx="1053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7B8EE06-35F0-8A9F-F403-FDE885774640}"/>
              </a:ext>
            </a:extLst>
          </p:cNvPr>
          <p:cNvCxnSpPr/>
          <p:nvPr/>
        </p:nvCxnSpPr>
        <p:spPr>
          <a:xfrm>
            <a:off x="4772695" y="4063285"/>
            <a:ext cx="1053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5AB76D6-F565-F93C-D0B0-AA6A62935F8E}"/>
              </a:ext>
            </a:extLst>
          </p:cNvPr>
          <p:cNvCxnSpPr/>
          <p:nvPr/>
        </p:nvCxnSpPr>
        <p:spPr>
          <a:xfrm>
            <a:off x="4270417" y="5149403"/>
            <a:ext cx="1053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2EAE9C7-EEF7-AF95-0CA5-4AAEFB26DF06}"/>
              </a:ext>
            </a:extLst>
          </p:cNvPr>
          <p:cNvCxnSpPr/>
          <p:nvPr/>
        </p:nvCxnSpPr>
        <p:spPr>
          <a:xfrm>
            <a:off x="7034012" y="4222124"/>
            <a:ext cx="1053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7BE0E0B-D7F8-CE2D-09CF-F8F142C78409}"/>
              </a:ext>
            </a:extLst>
          </p:cNvPr>
          <p:cNvCxnSpPr/>
          <p:nvPr/>
        </p:nvCxnSpPr>
        <p:spPr>
          <a:xfrm>
            <a:off x="6603643" y="5278192"/>
            <a:ext cx="1053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79B5495-0452-9A1A-C4F0-D232B09020DD}"/>
              </a:ext>
            </a:extLst>
          </p:cNvPr>
          <p:cNvSpPr txBox="1"/>
          <p:nvPr/>
        </p:nvSpPr>
        <p:spPr>
          <a:xfrm>
            <a:off x="946959" y="1194409"/>
            <a:ext cx="1459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Authenticate Users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4791A2-F4AB-6183-EACB-DD927DD2DD8A}"/>
              </a:ext>
            </a:extLst>
          </p:cNvPr>
          <p:cNvSpPr txBox="1"/>
          <p:nvPr/>
        </p:nvSpPr>
        <p:spPr>
          <a:xfrm>
            <a:off x="1152063" y="1844846"/>
            <a:ext cx="1806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Assign Role Permissions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5D12B8-8BFD-2E47-871F-4DCB87358483}"/>
              </a:ext>
            </a:extLst>
          </p:cNvPr>
          <p:cNvSpPr txBox="1"/>
          <p:nvPr/>
        </p:nvSpPr>
        <p:spPr>
          <a:xfrm>
            <a:off x="3538105" y="1716319"/>
            <a:ext cx="1456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Configure Approval</a:t>
            </a:r>
          </a:p>
          <a:p>
            <a:r>
              <a:rPr lang="en-US" sz="1200" dirty="0"/>
              <a:t> Controls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FC036E-C1AF-AA0F-E6C0-1386793376DF}"/>
              </a:ext>
            </a:extLst>
          </p:cNvPr>
          <p:cNvSpPr txBox="1"/>
          <p:nvPr/>
        </p:nvSpPr>
        <p:spPr>
          <a:xfrm>
            <a:off x="4067978" y="2537136"/>
            <a:ext cx="1742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Configure Organization </a:t>
            </a:r>
          </a:p>
          <a:p>
            <a:r>
              <a:rPr lang="en-US" sz="1200" dirty="0"/>
              <a:t>Settings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6C01C6-D156-8272-7B72-05D7C2DBCF52}"/>
              </a:ext>
            </a:extLst>
          </p:cNvPr>
          <p:cNvSpPr txBox="1"/>
          <p:nvPr/>
        </p:nvSpPr>
        <p:spPr>
          <a:xfrm>
            <a:off x="4790941" y="1262130"/>
            <a:ext cx="1319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Create Purchase </a:t>
            </a:r>
          </a:p>
          <a:p>
            <a:r>
              <a:rPr lang="en-US" sz="1200" dirty="0"/>
              <a:t>Orders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449C51-E2D1-E252-BAC6-A1D4AC5828D4}"/>
              </a:ext>
            </a:extLst>
          </p:cNvPr>
          <p:cNvSpPr txBox="1"/>
          <p:nvPr/>
        </p:nvSpPr>
        <p:spPr>
          <a:xfrm>
            <a:off x="5254580" y="1983346"/>
            <a:ext cx="1022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Track Orders</a:t>
            </a:r>
            <a:endParaRPr lang="en-US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775DCF-52E7-D33E-D2E6-0E249BC45330}"/>
              </a:ext>
            </a:extLst>
          </p:cNvPr>
          <p:cNvSpPr txBox="1"/>
          <p:nvPr/>
        </p:nvSpPr>
        <p:spPr>
          <a:xfrm>
            <a:off x="7015468" y="1400629"/>
            <a:ext cx="1988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Manage Approval Workflow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CF3700-3355-2F49-57C5-DC9A3AFA1283}"/>
              </a:ext>
            </a:extLst>
          </p:cNvPr>
          <p:cNvSpPr txBox="1"/>
          <p:nvPr/>
        </p:nvSpPr>
        <p:spPr>
          <a:xfrm>
            <a:off x="7462800" y="2254977"/>
            <a:ext cx="1793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Process Supplier Orders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84FE5C-C00C-B21B-C088-257DF7539AC8}"/>
              </a:ext>
            </a:extLst>
          </p:cNvPr>
          <p:cNvSpPr txBox="1"/>
          <p:nvPr/>
        </p:nvSpPr>
        <p:spPr>
          <a:xfrm>
            <a:off x="3861514" y="3449338"/>
            <a:ext cx="1515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Define Pricing Rules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B0B3BA-ECD9-B337-2629-DCBCBA67CB2D}"/>
              </a:ext>
            </a:extLst>
          </p:cNvPr>
          <p:cNvSpPr txBox="1"/>
          <p:nvPr/>
        </p:nvSpPr>
        <p:spPr>
          <a:xfrm>
            <a:off x="3375142" y="4378664"/>
            <a:ext cx="1093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Manage SKUs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8B43BA-9D08-BD4C-39FF-689562036A40}"/>
              </a:ext>
            </a:extLst>
          </p:cNvPr>
          <p:cNvSpPr txBox="1"/>
          <p:nvPr/>
        </p:nvSpPr>
        <p:spPr>
          <a:xfrm>
            <a:off x="1206985" y="3832295"/>
            <a:ext cx="1606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View Inventory Levels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636AD0-3BDD-FB5E-DDF9-370937B25AB7}"/>
              </a:ext>
            </a:extLst>
          </p:cNvPr>
          <p:cNvSpPr txBox="1"/>
          <p:nvPr/>
        </p:nvSpPr>
        <p:spPr>
          <a:xfrm>
            <a:off x="618066" y="4754264"/>
            <a:ext cx="1547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Configure Discounts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2A7038-0063-D9DA-45BB-70E8C7E4A465}"/>
              </a:ext>
            </a:extLst>
          </p:cNvPr>
          <p:cNvSpPr txBox="1"/>
          <p:nvPr/>
        </p:nvSpPr>
        <p:spPr>
          <a:xfrm>
            <a:off x="4480683" y="4018159"/>
            <a:ext cx="1285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Track Shipments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FE2BC9-DAE5-FC01-7718-C3BE0EFFE87A}"/>
              </a:ext>
            </a:extLst>
          </p:cNvPr>
          <p:cNvSpPr txBox="1"/>
          <p:nvPr/>
        </p:nvSpPr>
        <p:spPr>
          <a:xfrm>
            <a:off x="3757933" y="4892764"/>
            <a:ext cx="13944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Select Warehouse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3530AC-174A-2ECD-047B-5A8BA9EB53ED}"/>
              </a:ext>
            </a:extLst>
          </p:cNvPr>
          <p:cNvSpPr txBox="1"/>
          <p:nvPr/>
        </p:nvSpPr>
        <p:spPr>
          <a:xfrm>
            <a:off x="6096000" y="3515878"/>
            <a:ext cx="1950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Integrate Shipping Carriers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19BF58-8743-1E04-2235-82364AF880C4}"/>
              </a:ext>
            </a:extLst>
          </p:cNvPr>
          <p:cNvSpPr txBox="1"/>
          <p:nvPr/>
        </p:nvSpPr>
        <p:spPr>
          <a:xfrm>
            <a:off x="5613415" y="4610484"/>
            <a:ext cx="12947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Confirm Delivery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D14D5E-0305-993E-6944-23F13CC7A373}"/>
              </a:ext>
            </a:extLst>
          </p:cNvPr>
          <p:cNvSpPr txBox="1"/>
          <p:nvPr/>
        </p:nvSpPr>
        <p:spPr>
          <a:xfrm>
            <a:off x="6785018" y="3963415"/>
            <a:ext cx="1445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Analyze Sales Data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2DA326-F037-E331-E21E-C903923C62B9}"/>
              </a:ext>
            </a:extLst>
          </p:cNvPr>
          <p:cNvSpPr txBox="1"/>
          <p:nvPr/>
        </p:nvSpPr>
        <p:spPr>
          <a:xfrm>
            <a:off x="5891427" y="5039393"/>
            <a:ext cx="1867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Generate Inventory Alerts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557CBB-E71A-A019-38E6-64EB6356F591}"/>
              </a:ext>
            </a:extLst>
          </p:cNvPr>
          <p:cNvSpPr txBox="1"/>
          <p:nvPr/>
        </p:nvSpPr>
        <p:spPr>
          <a:xfrm>
            <a:off x="9087119" y="3823834"/>
            <a:ext cx="1300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Process Invoices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652A2A-4E7A-6EE4-7651-42A4EE1A523B}"/>
              </a:ext>
            </a:extLst>
          </p:cNvPr>
          <p:cNvSpPr txBox="1"/>
          <p:nvPr/>
        </p:nvSpPr>
        <p:spPr>
          <a:xfrm>
            <a:off x="8727579" y="4710396"/>
            <a:ext cx="2009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Generate Spending Reports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09187B-36C9-1E6A-262B-BA6B9E7140C7}"/>
              </a:ext>
            </a:extLst>
          </p:cNvPr>
          <p:cNvSpPr txBox="1"/>
          <p:nvPr/>
        </p:nvSpPr>
        <p:spPr>
          <a:xfrm>
            <a:off x="2713599" y="-55418"/>
            <a:ext cx="5841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Fishbone Diagram</a:t>
            </a:r>
          </a:p>
        </p:txBody>
      </p:sp>
    </p:spTree>
    <p:extLst>
      <p:ext uri="{BB962C8B-B14F-4D97-AF65-F5344CB8AC3E}">
        <p14:creationId xmlns:p14="http://schemas.microsoft.com/office/powerpoint/2010/main" val="777579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129</Words>
  <Application>Microsoft Macintosh PowerPoint</Application>
  <PresentationFormat>Widescreen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Meet Mangukiya</dc:creator>
  <cp:lastModifiedBy>Meet Mangukiya</cp:lastModifiedBy>
  <cp:revision>19</cp:revision>
  <dcterms:created xsi:type="dcterms:W3CDTF">2026-02-25T17:13:10Z</dcterms:created>
  <dcterms:modified xsi:type="dcterms:W3CDTF">2026-03-01T16:26:25Z</dcterms:modified>
</cp:coreProperties>
</file>